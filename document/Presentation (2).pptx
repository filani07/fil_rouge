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3" r:id="rId1"/>
  </p:sldMasterIdLst>
  <p:sldIdLst>
    <p:sldId id="256" r:id="rId2"/>
    <p:sldId id="257" r:id="rId3"/>
    <p:sldId id="261" r:id="rId4"/>
    <p:sldId id="272" r:id="rId5"/>
    <p:sldId id="260" r:id="rId6"/>
    <p:sldId id="267" r:id="rId7"/>
    <p:sldId id="264" r:id="rId8"/>
    <p:sldId id="270" r:id="rId9"/>
    <p:sldId id="271" r:id="rId10"/>
    <p:sldId id="269" r:id="rId11"/>
    <p:sldId id="27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DFEC23-C8A8-4BF3-A0F2-2A123772C00A}" v="271" dt="2021-05-04T09:36:37.643"/>
    <p1510:client id="{5C7D007A-E614-4338-8868-064EB3D051B6}" v="143" dt="2021-05-04T04:41:37.867"/>
    <p1510:client id="{C0198CF2-4F89-4C1B-ADD7-423A17A24B0F}" v="317" dt="2021-08-17T09:18:38.868"/>
    <p1510:client id="{C62A2A28-EE27-485A-9804-DE1CAC4E1B41}" v="114" dt="2021-05-04T07:16:57.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ussama filani" userId="ba535be18530bddb" providerId="Windows Live" clId="Web-{C62A2A28-EE27-485A-9804-DE1CAC4E1B41}"/>
    <pc:docChg chg="addSld modSld">
      <pc:chgData name="oussama filani" userId="ba535be18530bddb" providerId="Windows Live" clId="Web-{C62A2A28-EE27-485A-9804-DE1CAC4E1B41}" dt="2021-05-04T07:16:57.902" v="73"/>
      <pc:docMkLst>
        <pc:docMk/>
      </pc:docMkLst>
      <pc:sldChg chg="modSp">
        <pc:chgData name="oussama filani" userId="ba535be18530bddb" providerId="Windows Live" clId="Web-{C62A2A28-EE27-485A-9804-DE1CAC4E1B41}" dt="2021-05-04T07:13:26.133" v="36" actId="20577"/>
        <pc:sldMkLst>
          <pc:docMk/>
          <pc:sldMk cId="1408377779" sldId="257"/>
        </pc:sldMkLst>
        <pc:spChg chg="mod">
          <ac:chgData name="oussama filani" userId="ba535be18530bddb" providerId="Windows Live" clId="Web-{C62A2A28-EE27-485A-9804-DE1CAC4E1B41}" dt="2021-05-04T07:13:26.133" v="36" actId="20577"/>
          <ac:spMkLst>
            <pc:docMk/>
            <pc:sldMk cId="1408377779" sldId="257"/>
            <ac:spMk id="3" creationId="{586F839D-001C-4DA3-BDAD-00F0822548F3}"/>
          </ac:spMkLst>
        </pc:spChg>
      </pc:sldChg>
      <pc:sldChg chg="addSp delSp modSp new">
        <pc:chgData name="oussama filani" userId="ba535be18530bddb" providerId="Windows Live" clId="Web-{C62A2A28-EE27-485A-9804-DE1CAC4E1B41}" dt="2021-05-04T07:12:34.351" v="34" actId="20577"/>
        <pc:sldMkLst>
          <pc:docMk/>
          <pc:sldMk cId="2660564143" sldId="258"/>
        </pc:sldMkLst>
        <pc:spChg chg="mod">
          <ac:chgData name="oussama filani" userId="ba535be18530bddb" providerId="Windows Live" clId="Web-{C62A2A28-EE27-485A-9804-DE1CAC4E1B41}" dt="2021-05-04T07:09:17.286" v="1" actId="20577"/>
          <ac:spMkLst>
            <pc:docMk/>
            <pc:sldMk cId="2660564143" sldId="258"/>
            <ac:spMk id="2" creationId="{BFB7DDC3-22A6-43D6-819C-87B47531EBA8}"/>
          </ac:spMkLst>
        </pc:spChg>
        <pc:spChg chg="del mod">
          <ac:chgData name="oussama filani" userId="ba535be18530bddb" providerId="Windows Live" clId="Web-{C62A2A28-EE27-485A-9804-DE1CAC4E1B41}" dt="2021-05-04T07:10:38.850" v="11"/>
          <ac:spMkLst>
            <pc:docMk/>
            <pc:sldMk cId="2660564143" sldId="258"/>
            <ac:spMk id="3" creationId="{5811BFD5-EEFF-426E-87AC-6E358F647367}"/>
          </ac:spMkLst>
        </pc:spChg>
        <pc:spChg chg="add del mod">
          <ac:chgData name="oussama filani" userId="ba535be18530bddb" providerId="Windows Live" clId="Web-{C62A2A28-EE27-485A-9804-DE1CAC4E1B41}" dt="2021-05-04T07:10:42.334" v="15"/>
          <ac:spMkLst>
            <pc:docMk/>
            <pc:sldMk cId="2660564143" sldId="258"/>
            <ac:spMk id="4" creationId="{AA7BD648-2C33-496C-912A-935B357CA714}"/>
          </ac:spMkLst>
        </pc:spChg>
        <pc:spChg chg="add mod">
          <ac:chgData name="oussama filani" userId="ba535be18530bddb" providerId="Windows Live" clId="Web-{C62A2A28-EE27-485A-9804-DE1CAC4E1B41}" dt="2021-05-04T07:12:34.351" v="34" actId="20577"/>
          <ac:spMkLst>
            <pc:docMk/>
            <pc:sldMk cId="2660564143" sldId="258"/>
            <ac:spMk id="5" creationId="{1CA5DB90-6C7C-498D-898B-DC546AC32030}"/>
          </ac:spMkLst>
        </pc:spChg>
      </pc:sldChg>
      <pc:sldChg chg="modSp add replId">
        <pc:chgData name="oussama filani" userId="ba535be18530bddb" providerId="Windows Live" clId="Web-{C62A2A28-EE27-485A-9804-DE1CAC4E1B41}" dt="2021-05-04T07:16:09.870" v="71" actId="14100"/>
        <pc:sldMkLst>
          <pc:docMk/>
          <pc:sldMk cId="4188827703" sldId="259"/>
        </pc:sldMkLst>
        <pc:spChg chg="mod">
          <ac:chgData name="oussama filani" userId="ba535be18530bddb" providerId="Windows Live" clId="Web-{C62A2A28-EE27-485A-9804-DE1CAC4E1B41}" dt="2021-05-04T07:15:45.526" v="60" actId="20577"/>
          <ac:spMkLst>
            <pc:docMk/>
            <pc:sldMk cId="4188827703" sldId="259"/>
            <ac:spMk id="2" creationId="{BFB7DDC3-22A6-43D6-819C-87B47531EBA8}"/>
          </ac:spMkLst>
        </pc:spChg>
        <pc:spChg chg="mod">
          <ac:chgData name="oussama filani" userId="ba535be18530bddb" providerId="Windows Live" clId="Web-{C62A2A28-EE27-485A-9804-DE1CAC4E1B41}" dt="2021-05-04T07:16:09.870" v="71" actId="14100"/>
          <ac:spMkLst>
            <pc:docMk/>
            <pc:sldMk cId="4188827703" sldId="259"/>
            <ac:spMk id="5" creationId="{1CA5DB90-6C7C-498D-898B-DC546AC32030}"/>
          </ac:spMkLst>
        </pc:spChg>
      </pc:sldChg>
      <pc:sldChg chg="addSp delSp modSp new">
        <pc:chgData name="oussama filani" userId="ba535be18530bddb" providerId="Windows Live" clId="Web-{C62A2A28-EE27-485A-9804-DE1CAC4E1B41}" dt="2021-05-04T07:16:57.902" v="73"/>
        <pc:sldMkLst>
          <pc:docMk/>
          <pc:sldMk cId="1376275964" sldId="260"/>
        </pc:sldMkLst>
        <pc:spChg chg="del">
          <ac:chgData name="oussama filani" userId="ba535be18530bddb" providerId="Windows Live" clId="Web-{C62A2A28-EE27-485A-9804-DE1CAC4E1B41}" dt="2021-05-04T07:16:57.902" v="73"/>
          <ac:spMkLst>
            <pc:docMk/>
            <pc:sldMk cId="1376275964" sldId="260"/>
            <ac:spMk id="3" creationId="{551A56B1-6A9D-45FA-9A56-FC9BBCC8159D}"/>
          </ac:spMkLst>
        </pc:spChg>
        <pc:picChg chg="add mod ord">
          <ac:chgData name="oussama filani" userId="ba535be18530bddb" providerId="Windows Live" clId="Web-{C62A2A28-EE27-485A-9804-DE1CAC4E1B41}" dt="2021-05-04T07:16:57.902" v="73"/>
          <ac:picMkLst>
            <pc:docMk/>
            <pc:sldMk cId="1376275964" sldId="260"/>
            <ac:picMk id="4" creationId="{6116FC20-C10F-4498-8581-72951ACE4B00}"/>
          </ac:picMkLst>
        </pc:picChg>
      </pc:sldChg>
    </pc:docChg>
  </pc:docChgLst>
  <pc:docChgLst>
    <pc:chgData name="oussama filani" userId="ba535be18530bddb" providerId="Windows Live" clId="Web-{04DFEC23-C8A8-4BF3-A0F2-2A123772C00A}"/>
    <pc:docChg chg="addSld delSld modSld sldOrd">
      <pc:chgData name="oussama filani" userId="ba535be18530bddb" providerId="Windows Live" clId="Web-{04DFEC23-C8A8-4BF3-A0F2-2A123772C00A}" dt="2021-05-04T09:36:37.643" v="179" actId="20577"/>
      <pc:docMkLst>
        <pc:docMk/>
      </pc:docMkLst>
      <pc:sldChg chg="delSp modSp">
        <pc:chgData name="oussama filani" userId="ba535be18530bddb" providerId="Windows Live" clId="Web-{04DFEC23-C8A8-4BF3-A0F2-2A123772C00A}" dt="2021-05-04T09:36:37.643" v="179" actId="20577"/>
        <pc:sldMkLst>
          <pc:docMk/>
          <pc:sldMk cId="2299734367" sldId="256"/>
        </pc:sldMkLst>
        <pc:spChg chg="mod">
          <ac:chgData name="oussama filani" userId="ba535be18530bddb" providerId="Windows Live" clId="Web-{04DFEC23-C8A8-4BF3-A0F2-2A123772C00A}" dt="2021-05-04T09:36:37.643" v="179" actId="20577"/>
          <ac:spMkLst>
            <pc:docMk/>
            <pc:sldMk cId="2299734367" sldId="256"/>
            <ac:spMk id="2" creationId="{00000000-0000-0000-0000-000000000000}"/>
          </ac:spMkLst>
        </pc:spChg>
        <pc:spChg chg="del">
          <ac:chgData name="oussama filani" userId="ba535be18530bddb" providerId="Windows Live" clId="Web-{04DFEC23-C8A8-4BF3-A0F2-2A123772C00A}" dt="2021-05-04T09:36:25.689" v="174"/>
          <ac:spMkLst>
            <pc:docMk/>
            <pc:sldMk cId="2299734367" sldId="256"/>
            <ac:spMk id="3" creationId="{00000000-0000-0000-0000-000000000000}"/>
          </ac:spMkLst>
        </pc:spChg>
      </pc:sldChg>
      <pc:sldChg chg="modSp">
        <pc:chgData name="oussama filani" userId="ba535be18530bddb" providerId="Windows Live" clId="Web-{04DFEC23-C8A8-4BF3-A0F2-2A123772C00A}" dt="2021-05-04T08:37:36.192" v="158" actId="20577"/>
        <pc:sldMkLst>
          <pc:docMk/>
          <pc:sldMk cId="1408377779" sldId="257"/>
        </pc:sldMkLst>
        <pc:spChg chg="mod">
          <ac:chgData name="oussama filani" userId="ba535be18530bddb" providerId="Windows Live" clId="Web-{04DFEC23-C8A8-4BF3-A0F2-2A123772C00A}" dt="2021-05-04T08:37:36.192" v="158" actId="20577"/>
          <ac:spMkLst>
            <pc:docMk/>
            <pc:sldMk cId="1408377779" sldId="257"/>
            <ac:spMk id="3" creationId="{586F839D-001C-4DA3-BDAD-00F0822548F3}"/>
          </ac:spMkLst>
        </pc:spChg>
      </pc:sldChg>
      <pc:sldChg chg="del">
        <pc:chgData name="oussama filani" userId="ba535be18530bddb" providerId="Windows Live" clId="Web-{04DFEC23-C8A8-4BF3-A0F2-2A123772C00A}" dt="2021-05-04T07:37:11.444" v="59"/>
        <pc:sldMkLst>
          <pc:docMk/>
          <pc:sldMk cId="2660564143" sldId="258"/>
        </pc:sldMkLst>
      </pc:sldChg>
      <pc:sldChg chg="modSp">
        <pc:chgData name="oussama filani" userId="ba535be18530bddb" providerId="Windows Live" clId="Web-{04DFEC23-C8A8-4BF3-A0F2-2A123772C00A}" dt="2021-05-04T07:30:48.434" v="35" actId="20577"/>
        <pc:sldMkLst>
          <pc:docMk/>
          <pc:sldMk cId="4188827703" sldId="259"/>
        </pc:sldMkLst>
        <pc:spChg chg="mod">
          <ac:chgData name="oussama filani" userId="ba535be18530bddb" providerId="Windows Live" clId="Web-{04DFEC23-C8A8-4BF3-A0F2-2A123772C00A}" dt="2021-05-04T07:30:48.434" v="35" actId="20577"/>
          <ac:spMkLst>
            <pc:docMk/>
            <pc:sldMk cId="4188827703" sldId="259"/>
            <ac:spMk id="2" creationId="{BFB7DDC3-22A6-43D6-819C-87B47531EBA8}"/>
          </ac:spMkLst>
        </pc:spChg>
        <pc:spChg chg="mod">
          <ac:chgData name="oussama filani" userId="ba535be18530bddb" providerId="Windows Live" clId="Web-{04DFEC23-C8A8-4BF3-A0F2-2A123772C00A}" dt="2021-05-04T07:30:30.512" v="31" actId="20577"/>
          <ac:spMkLst>
            <pc:docMk/>
            <pc:sldMk cId="4188827703" sldId="259"/>
            <ac:spMk id="5" creationId="{1CA5DB90-6C7C-498D-898B-DC546AC32030}"/>
          </ac:spMkLst>
        </pc:spChg>
      </pc:sldChg>
      <pc:sldChg chg="del">
        <pc:chgData name="oussama filani" userId="ba535be18530bddb" providerId="Windows Live" clId="Web-{04DFEC23-C8A8-4BF3-A0F2-2A123772C00A}" dt="2021-05-04T07:20:09.949" v="0"/>
        <pc:sldMkLst>
          <pc:docMk/>
          <pc:sldMk cId="1376275964" sldId="260"/>
        </pc:sldMkLst>
      </pc:sldChg>
      <pc:sldChg chg="addSp modSp new mod ord setBg">
        <pc:chgData name="oussama filani" userId="ba535be18530bddb" providerId="Windows Live" clId="Web-{04DFEC23-C8A8-4BF3-A0F2-2A123772C00A}" dt="2021-05-04T07:29:59.995" v="28"/>
        <pc:sldMkLst>
          <pc:docMk/>
          <pc:sldMk cId="3693604429" sldId="260"/>
        </pc:sldMkLst>
        <pc:spChg chg="add">
          <ac:chgData name="oussama filani" userId="ba535be18530bddb" providerId="Windows Live" clId="Web-{04DFEC23-C8A8-4BF3-A0F2-2A123772C00A}" dt="2021-05-04T07:22:07.093" v="9"/>
          <ac:spMkLst>
            <pc:docMk/>
            <pc:sldMk cId="3693604429" sldId="260"/>
            <ac:spMk id="7" creationId="{1259A422-0023-4292-8200-E080556F30F9}"/>
          </ac:spMkLst>
        </pc:spChg>
        <pc:spChg chg="add">
          <ac:chgData name="oussama filani" userId="ba535be18530bddb" providerId="Windows Live" clId="Web-{04DFEC23-C8A8-4BF3-A0F2-2A123772C00A}" dt="2021-05-04T07:22:07.093" v="9"/>
          <ac:spMkLst>
            <pc:docMk/>
            <pc:sldMk cId="3693604429" sldId="260"/>
            <ac:spMk id="9" creationId="{A2413CA5-4739-4BC9-8BB3-B0A4928D314F}"/>
          </ac:spMkLst>
        </pc:spChg>
        <pc:picChg chg="add mod">
          <ac:chgData name="oussama filani" userId="ba535be18530bddb" providerId="Windows Live" clId="Web-{04DFEC23-C8A8-4BF3-A0F2-2A123772C00A}" dt="2021-05-04T07:22:07.093" v="9"/>
          <ac:picMkLst>
            <pc:docMk/>
            <pc:sldMk cId="3693604429" sldId="260"/>
            <ac:picMk id="2" creationId="{A85DF151-5731-4C9D-B7F3-3A5A0AD152F2}"/>
          </ac:picMkLst>
        </pc:picChg>
      </pc:sldChg>
      <pc:sldChg chg="new del">
        <pc:chgData name="oussama filani" userId="ba535be18530bddb" providerId="Windows Live" clId="Web-{04DFEC23-C8A8-4BF3-A0F2-2A123772C00A}" dt="2021-05-04T07:25:35.942" v="11"/>
        <pc:sldMkLst>
          <pc:docMk/>
          <pc:sldMk cId="1264322092" sldId="261"/>
        </pc:sldMkLst>
      </pc:sldChg>
      <pc:sldChg chg="addSp delSp modSp add mod replId setBg setClrOvrMap">
        <pc:chgData name="oussama filani" userId="ba535be18530bddb" providerId="Windows Live" clId="Web-{04DFEC23-C8A8-4BF3-A0F2-2A123772C00A}" dt="2021-05-04T08:43:54.561" v="173" actId="20577"/>
        <pc:sldMkLst>
          <pc:docMk/>
          <pc:sldMk cId="1495234907" sldId="261"/>
        </pc:sldMkLst>
        <pc:spChg chg="del">
          <ac:chgData name="oussama filani" userId="ba535be18530bddb" providerId="Windows Live" clId="Web-{04DFEC23-C8A8-4BF3-A0F2-2A123772C00A}" dt="2021-05-04T07:25:59.552" v="15"/>
          <ac:spMkLst>
            <pc:docMk/>
            <pc:sldMk cId="1495234907" sldId="261"/>
            <ac:spMk id="2" creationId="{BFB7DDC3-22A6-43D6-819C-87B47531EBA8}"/>
          </ac:spMkLst>
        </pc:spChg>
        <pc:spChg chg="add del mod">
          <ac:chgData name="oussama filani" userId="ba535be18530bddb" providerId="Windows Live" clId="Web-{04DFEC23-C8A8-4BF3-A0F2-2A123772C00A}" dt="2021-05-04T07:26:21.787" v="18"/>
          <ac:spMkLst>
            <pc:docMk/>
            <pc:sldMk cId="1495234907" sldId="261"/>
            <ac:spMk id="4" creationId="{D563268E-8BBE-4B44-81E6-EEBC400291E9}"/>
          </ac:spMkLst>
        </pc:spChg>
        <pc:spChg chg="mod ord">
          <ac:chgData name="oussama filani" userId="ba535be18530bddb" providerId="Windows Live" clId="Web-{04DFEC23-C8A8-4BF3-A0F2-2A123772C00A}" dt="2021-05-04T08:43:54.561" v="173" actId="20577"/>
          <ac:spMkLst>
            <pc:docMk/>
            <pc:sldMk cId="1495234907" sldId="261"/>
            <ac:spMk id="5" creationId="{1CA5DB90-6C7C-498D-898B-DC546AC32030}"/>
          </ac:spMkLst>
        </pc:spChg>
        <pc:spChg chg="add mod">
          <ac:chgData name="oussama filani" userId="ba535be18530bddb" providerId="Windows Live" clId="Web-{04DFEC23-C8A8-4BF3-A0F2-2A123772C00A}" dt="2021-05-04T07:36:44.771" v="57"/>
          <ac:spMkLst>
            <pc:docMk/>
            <pc:sldMk cId="1495234907" sldId="261"/>
            <ac:spMk id="6" creationId="{59E5980D-2C21-4B32-942F-EFDEF0C51349}"/>
          </ac:spMkLst>
        </pc:spChg>
        <pc:spChg chg="add del">
          <ac:chgData name="oussama filani" userId="ba535be18530bddb" providerId="Windows Live" clId="Web-{04DFEC23-C8A8-4BF3-A0F2-2A123772C00A}" dt="2021-05-04T07:36:44.771" v="57"/>
          <ac:spMkLst>
            <pc:docMk/>
            <pc:sldMk cId="1495234907" sldId="261"/>
            <ac:spMk id="10" creationId="{DCF4EB5C-ED25-4675-8255-2F5B12CFFCF0}"/>
          </ac:spMkLst>
        </pc:spChg>
        <pc:spChg chg="add del">
          <ac:chgData name="oussama filani" userId="ba535be18530bddb" providerId="Windows Live" clId="Web-{04DFEC23-C8A8-4BF3-A0F2-2A123772C00A}" dt="2021-05-04T07:36:44.771" v="57"/>
          <ac:spMkLst>
            <pc:docMk/>
            <pc:sldMk cId="1495234907" sldId="261"/>
            <ac:spMk id="12" creationId="{9514EC6E-A557-42A2-BCDC-3ABFFC5E564D}"/>
          </ac:spMkLst>
        </pc:spChg>
        <pc:spChg chg="add del">
          <ac:chgData name="oussama filani" userId="ba535be18530bddb" providerId="Windows Live" clId="Web-{04DFEC23-C8A8-4BF3-A0F2-2A123772C00A}" dt="2021-05-04T07:36:44.771" v="57"/>
          <ac:spMkLst>
            <pc:docMk/>
            <pc:sldMk cId="1495234907" sldId="261"/>
            <ac:spMk id="14" creationId="{905482C9-EB42-4BFE-95BF-7FD661F07657}"/>
          </ac:spMkLst>
        </pc:spChg>
        <pc:spChg chg="add del">
          <ac:chgData name="oussama filani" userId="ba535be18530bddb" providerId="Windows Live" clId="Web-{04DFEC23-C8A8-4BF3-A0F2-2A123772C00A}" dt="2021-05-04T07:36:44.771" v="57"/>
          <ac:spMkLst>
            <pc:docMk/>
            <pc:sldMk cId="1495234907" sldId="261"/>
            <ac:spMk id="16" creationId="{F92989FB-1024-49B7-BDF1-B3CE27D48623}"/>
          </ac:spMkLst>
        </pc:spChg>
        <pc:spChg chg="add del">
          <ac:chgData name="oussama filani" userId="ba535be18530bddb" providerId="Windows Live" clId="Web-{04DFEC23-C8A8-4BF3-A0F2-2A123772C00A}" dt="2021-05-04T07:36:44.771" v="57"/>
          <ac:spMkLst>
            <pc:docMk/>
            <pc:sldMk cId="1495234907" sldId="261"/>
            <ac:spMk id="18" creationId="{DFEE959E-BF10-4204-9556-D1707088D445}"/>
          </ac:spMkLst>
        </pc:spChg>
        <pc:spChg chg="add del">
          <ac:chgData name="oussama filani" userId="ba535be18530bddb" providerId="Windows Live" clId="Web-{04DFEC23-C8A8-4BF3-A0F2-2A123772C00A}" dt="2021-05-04T07:36:44.771" v="57"/>
          <ac:spMkLst>
            <pc:docMk/>
            <pc:sldMk cId="1495234907" sldId="261"/>
            <ac:spMk id="20" creationId="{DDD17B6A-CB37-4005-9681-A20AFCDC7822}"/>
          </ac:spMkLst>
        </pc:spChg>
        <pc:spChg chg="add del">
          <ac:chgData name="oussama filani" userId="ba535be18530bddb" providerId="Windows Live" clId="Web-{04DFEC23-C8A8-4BF3-A0F2-2A123772C00A}" dt="2021-05-04T07:36:44.771" v="57"/>
          <ac:spMkLst>
            <pc:docMk/>
            <pc:sldMk cId="1495234907" sldId="261"/>
            <ac:spMk id="22" creationId="{3B7BBDE9-DAED-40B0-A640-503C918D1CE3}"/>
          </ac:spMkLst>
        </pc:spChg>
        <pc:spChg chg="add del">
          <ac:chgData name="oussama filani" userId="ba535be18530bddb" providerId="Windows Live" clId="Web-{04DFEC23-C8A8-4BF3-A0F2-2A123772C00A}" dt="2021-05-04T07:36:44.771" v="57"/>
          <ac:spMkLst>
            <pc:docMk/>
            <pc:sldMk cId="1495234907" sldId="261"/>
            <ac:spMk id="24" creationId="{7BC7EA7B-802E-41F4-8926-C4475287AA31}"/>
          </ac:spMkLst>
        </pc:spChg>
        <pc:spChg chg="add">
          <ac:chgData name="oussama filani" userId="ba535be18530bddb" providerId="Windows Live" clId="Web-{04DFEC23-C8A8-4BF3-A0F2-2A123772C00A}" dt="2021-05-04T07:36:44.771" v="57"/>
          <ac:spMkLst>
            <pc:docMk/>
            <pc:sldMk cId="1495234907" sldId="261"/>
            <ac:spMk id="26" creationId="{DCF4EB5C-ED25-4675-8255-2F5B12CFFCF0}"/>
          </ac:spMkLst>
        </pc:spChg>
        <pc:spChg chg="add">
          <ac:chgData name="oussama filani" userId="ba535be18530bddb" providerId="Windows Live" clId="Web-{04DFEC23-C8A8-4BF3-A0F2-2A123772C00A}" dt="2021-05-04T07:36:44.771" v="57"/>
          <ac:spMkLst>
            <pc:docMk/>
            <pc:sldMk cId="1495234907" sldId="261"/>
            <ac:spMk id="27" creationId="{9514EC6E-A557-42A2-BCDC-3ABFFC5E564D}"/>
          </ac:spMkLst>
        </pc:spChg>
        <pc:spChg chg="add">
          <ac:chgData name="oussama filani" userId="ba535be18530bddb" providerId="Windows Live" clId="Web-{04DFEC23-C8A8-4BF3-A0F2-2A123772C00A}" dt="2021-05-04T07:36:44.771" v="57"/>
          <ac:spMkLst>
            <pc:docMk/>
            <pc:sldMk cId="1495234907" sldId="261"/>
            <ac:spMk id="28" creationId="{905482C9-EB42-4BFE-95BF-7FD661F07657}"/>
          </ac:spMkLst>
        </pc:spChg>
        <pc:spChg chg="add del">
          <ac:chgData name="oussama filani" userId="ba535be18530bddb" providerId="Windows Live" clId="Web-{04DFEC23-C8A8-4BF3-A0F2-2A123772C00A}" dt="2021-05-04T07:36:44.756" v="56"/>
          <ac:spMkLst>
            <pc:docMk/>
            <pc:sldMk cId="1495234907" sldId="261"/>
            <ac:spMk id="29" creationId="{DCF4EB5C-ED25-4675-8255-2F5B12CFFCF0}"/>
          </ac:spMkLst>
        </pc:spChg>
        <pc:spChg chg="add">
          <ac:chgData name="oussama filani" userId="ba535be18530bddb" providerId="Windows Live" clId="Web-{04DFEC23-C8A8-4BF3-A0F2-2A123772C00A}" dt="2021-05-04T07:36:44.771" v="57"/>
          <ac:spMkLst>
            <pc:docMk/>
            <pc:sldMk cId="1495234907" sldId="261"/>
            <ac:spMk id="30" creationId="{F92989FB-1024-49B7-BDF1-B3CE27D48623}"/>
          </ac:spMkLst>
        </pc:spChg>
        <pc:spChg chg="add del">
          <ac:chgData name="oussama filani" userId="ba535be18530bddb" providerId="Windows Live" clId="Web-{04DFEC23-C8A8-4BF3-A0F2-2A123772C00A}" dt="2021-05-04T07:36:44.756" v="56"/>
          <ac:spMkLst>
            <pc:docMk/>
            <pc:sldMk cId="1495234907" sldId="261"/>
            <ac:spMk id="31" creationId="{9514EC6E-A557-42A2-BCDC-3ABFFC5E564D}"/>
          </ac:spMkLst>
        </pc:spChg>
        <pc:spChg chg="add">
          <ac:chgData name="oussama filani" userId="ba535be18530bddb" providerId="Windows Live" clId="Web-{04DFEC23-C8A8-4BF3-A0F2-2A123772C00A}" dt="2021-05-04T07:36:44.771" v="57"/>
          <ac:spMkLst>
            <pc:docMk/>
            <pc:sldMk cId="1495234907" sldId="261"/>
            <ac:spMk id="32" creationId="{DFEE959E-BF10-4204-9556-D1707088D445}"/>
          </ac:spMkLst>
        </pc:spChg>
        <pc:spChg chg="add del">
          <ac:chgData name="oussama filani" userId="ba535be18530bddb" providerId="Windows Live" clId="Web-{04DFEC23-C8A8-4BF3-A0F2-2A123772C00A}" dt="2021-05-04T07:36:44.756" v="56"/>
          <ac:spMkLst>
            <pc:docMk/>
            <pc:sldMk cId="1495234907" sldId="261"/>
            <ac:spMk id="33" creationId="{905482C9-EB42-4BFE-95BF-7FD661F07657}"/>
          </ac:spMkLst>
        </pc:spChg>
        <pc:spChg chg="add">
          <ac:chgData name="oussama filani" userId="ba535be18530bddb" providerId="Windows Live" clId="Web-{04DFEC23-C8A8-4BF3-A0F2-2A123772C00A}" dt="2021-05-04T07:36:44.771" v="57"/>
          <ac:spMkLst>
            <pc:docMk/>
            <pc:sldMk cId="1495234907" sldId="261"/>
            <ac:spMk id="34" creationId="{DDD17B6A-CB37-4005-9681-A20AFCDC7822}"/>
          </ac:spMkLst>
        </pc:spChg>
        <pc:spChg chg="add del">
          <ac:chgData name="oussama filani" userId="ba535be18530bddb" providerId="Windows Live" clId="Web-{04DFEC23-C8A8-4BF3-A0F2-2A123772C00A}" dt="2021-05-04T07:36:44.756" v="56"/>
          <ac:spMkLst>
            <pc:docMk/>
            <pc:sldMk cId="1495234907" sldId="261"/>
            <ac:spMk id="35" creationId="{F858DF7D-C2D0-4B03-A7A0-2F06B789EE35}"/>
          </ac:spMkLst>
        </pc:spChg>
        <pc:spChg chg="add">
          <ac:chgData name="oussama filani" userId="ba535be18530bddb" providerId="Windows Live" clId="Web-{04DFEC23-C8A8-4BF3-A0F2-2A123772C00A}" dt="2021-05-04T07:36:44.771" v="57"/>
          <ac:spMkLst>
            <pc:docMk/>
            <pc:sldMk cId="1495234907" sldId="261"/>
            <ac:spMk id="36" creationId="{3B7BBDE9-DAED-40B0-A640-503C918D1CE3}"/>
          </ac:spMkLst>
        </pc:spChg>
        <pc:spChg chg="add del">
          <ac:chgData name="oussama filani" userId="ba535be18530bddb" providerId="Windows Live" clId="Web-{04DFEC23-C8A8-4BF3-A0F2-2A123772C00A}" dt="2021-05-04T07:36:44.756" v="56"/>
          <ac:spMkLst>
            <pc:docMk/>
            <pc:sldMk cId="1495234907" sldId="261"/>
            <ac:spMk id="37" creationId="{1B26B711-3121-40B0-8377-A64F3DC00C7A}"/>
          </ac:spMkLst>
        </pc:spChg>
        <pc:spChg chg="add">
          <ac:chgData name="oussama filani" userId="ba535be18530bddb" providerId="Windows Live" clId="Web-{04DFEC23-C8A8-4BF3-A0F2-2A123772C00A}" dt="2021-05-04T07:36:44.771" v="57"/>
          <ac:spMkLst>
            <pc:docMk/>
            <pc:sldMk cId="1495234907" sldId="261"/>
            <ac:spMk id="38" creationId="{7BC7EA7B-802E-41F4-8926-C4475287AA31}"/>
          </ac:spMkLst>
        </pc:spChg>
        <pc:spChg chg="add del">
          <ac:chgData name="oussama filani" userId="ba535be18530bddb" providerId="Windows Live" clId="Web-{04DFEC23-C8A8-4BF3-A0F2-2A123772C00A}" dt="2021-05-04T07:36:44.756" v="56"/>
          <ac:spMkLst>
            <pc:docMk/>
            <pc:sldMk cId="1495234907" sldId="261"/>
            <ac:spMk id="39" creationId="{645C4D3D-ABBA-4B4E-93E5-01E343719849}"/>
          </ac:spMkLst>
        </pc:spChg>
        <pc:spChg chg="add del">
          <ac:chgData name="oussama filani" userId="ba535be18530bddb" providerId="Windows Live" clId="Web-{04DFEC23-C8A8-4BF3-A0F2-2A123772C00A}" dt="2021-05-04T07:36:44.756" v="56"/>
          <ac:spMkLst>
            <pc:docMk/>
            <pc:sldMk cId="1495234907" sldId="261"/>
            <ac:spMk id="41" creationId="{98DDD5E5-0097-4C6C-B266-5732EDA96CC4}"/>
          </ac:spMkLst>
        </pc:spChg>
        <pc:spChg chg="add del">
          <ac:chgData name="oussama filani" userId="ba535be18530bddb" providerId="Windows Live" clId="Web-{04DFEC23-C8A8-4BF3-A0F2-2A123772C00A}" dt="2021-05-04T07:36:44.756" v="56"/>
          <ac:spMkLst>
            <pc:docMk/>
            <pc:sldMk cId="1495234907" sldId="261"/>
            <ac:spMk id="43" creationId="{8952EF87-C74F-4D3F-9CAD-EEA1733C9BD0}"/>
          </ac:spMkLst>
        </pc:spChg>
      </pc:sldChg>
      <pc:sldChg chg="modSp new del">
        <pc:chgData name="oussama filani" userId="ba535be18530bddb" providerId="Windows Live" clId="Web-{04DFEC23-C8A8-4BF3-A0F2-2A123772C00A}" dt="2021-05-04T07:29:50.198" v="26"/>
        <pc:sldMkLst>
          <pc:docMk/>
          <pc:sldMk cId="199585046" sldId="262"/>
        </pc:sldMkLst>
        <pc:spChg chg="mod">
          <ac:chgData name="oussama filani" userId="ba535be18530bddb" providerId="Windows Live" clId="Web-{04DFEC23-C8A8-4BF3-A0F2-2A123772C00A}" dt="2021-05-04T07:29:42.479" v="25" actId="20577"/>
          <ac:spMkLst>
            <pc:docMk/>
            <pc:sldMk cId="199585046" sldId="262"/>
            <ac:spMk id="2" creationId="{15403F87-F2AF-42A0-B0E9-6BF8C109C222}"/>
          </ac:spMkLst>
        </pc:spChg>
      </pc:sldChg>
      <pc:sldChg chg="addSp delSp modSp add mod ord replId setBg setClrOvrMap">
        <pc:chgData name="oussama filani" userId="ba535be18530bddb" providerId="Windows Live" clId="Web-{04DFEC23-C8A8-4BF3-A0F2-2A123772C00A}" dt="2021-05-04T08:01:43.918" v="78" actId="20577"/>
        <pc:sldMkLst>
          <pc:docMk/>
          <pc:sldMk cId="4062057869" sldId="262"/>
        </pc:sldMkLst>
        <pc:spChg chg="mod">
          <ac:chgData name="oussama filani" userId="ba535be18530bddb" providerId="Windows Live" clId="Web-{04DFEC23-C8A8-4BF3-A0F2-2A123772C00A}" dt="2021-05-04T07:36:59.865" v="58"/>
          <ac:spMkLst>
            <pc:docMk/>
            <pc:sldMk cId="4062057869" sldId="262"/>
            <ac:spMk id="2" creationId="{BFB7DDC3-22A6-43D6-819C-87B47531EBA8}"/>
          </ac:spMkLst>
        </pc:spChg>
        <pc:spChg chg="mod">
          <ac:chgData name="oussama filani" userId="ba535be18530bddb" providerId="Windows Live" clId="Web-{04DFEC23-C8A8-4BF3-A0F2-2A123772C00A}" dt="2021-05-04T08:01:43.918" v="78" actId="20577"/>
          <ac:spMkLst>
            <pc:docMk/>
            <pc:sldMk cId="4062057869" sldId="262"/>
            <ac:spMk id="5" creationId="{1CA5DB90-6C7C-498D-898B-DC546AC32030}"/>
          </ac:spMkLst>
        </pc:spChg>
        <pc:spChg chg="add del">
          <ac:chgData name="oussama filani" userId="ba535be18530bddb" providerId="Windows Live" clId="Web-{04DFEC23-C8A8-4BF3-A0F2-2A123772C00A}" dt="2021-05-04T07:36:59.865" v="58"/>
          <ac:spMkLst>
            <pc:docMk/>
            <pc:sldMk cId="4062057869" sldId="262"/>
            <ac:spMk id="10" creationId="{DCF4EB5C-ED25-4675-8255-2F5B12CFFCF0}"/>
          </ac:spMkLst>
        </pc:spChg>
        <pc:spChg chg="add del">
          <ac:chgData name="oussama filani" userId="ba535be18530bddb" providerId="Windows Live" clId="Web-{04DFEC23-C8A8-4BF3-A0F2-2A123772C00A}" dt="2021-05-04T07:36:59.865" v="58"/>
          <ac:spMkLst>
            <pc:docMk/>
            <pc:sldMk cId="4062057869" sldId="262"/>
            <ac:spMk id="12" creationId="{9514EC6E-A557-42A2-BCDC-3ABFFC5E564D}"/>
          </ac:spMkLst>
        </pc:spChg>
        <pc:spChg chg="add del">
          <ac:chgData name="oussama filani" userId="ba535be18530bddb" providerId="Windows Live" clId="Web-{04DFEC23-C8A8-4BF3-A0F2-2A123772C00A}" dt="2021-05-04T07:36:59.865" v="58"/>
          <ac:spMkLst>
            <pc:docMk/>
            <pc:sldMk cId="4062057869" sldId="262"/>
            <ac:spMk id="14" creationId="{905482C9-EB42-4BFE-95BF-7FD661F07657}"/>
          </ac:spMkLst>
        </pc:spChg>
        <pc:spChg chg="add del">
          <ac:chgData name="oussama filani" userId="ba535be18530bddb" providerId="Windows Live" clId="Web-{04DFEC23-C8A8-4BF3-A0F2-2A123772C00A}" dt="2021-05-04T07:36:59.865" v="58"/>
          <ac:spMkLst>
            <pc:docMk/>
            <pc:sldMk cId="4062057869" sldId="262"/>
            <ac:spMk id="16" creationId="{B373F125-DEF3-41D6-9918-AB21A2ACC37A}"/>
          </ac:spMkLst>
        </pc:spChg>
        <pc:spChg chg="add del">
          <ac:chgData name="oussama filani" userId="ba535be18530bddb" providerId="Windows Live" clId="Web-{04DFEC23-C8A8-4BF3-A0F2-2A123772C00A}" dt="2021-05-04T07:36:59.865" v="58"/>
          <ac:spMkLst>
            <pc:docMk/>
            <pc:sldMk cId="4062057869" sldId="262"/>
            <ac:spMk id="18" creationId="{71E9F226-EB6E-48C9-ADDA-636DE4BF4EBE}"/>
          </ac:spMkLst>
        </pc:spChg>
        <pc:spChg chg="add">
          <ac:chgData name="oussama filani" userId="ba535be18530bddb" providerId="Windows Live" clId="Web-{04DFEC23-C8A8-4BF3-A0F2-2A123772C00A}" dt="2021-05-04T07:36:59.865" v="58"/>
          <ac:spMkLst>
            <pc:docMk/>
            <pc:sldMk cId="4062057869" sldId="262"/>
            <ac:spMk id="23" creationId="{DCF4EB5C-ED25-4675-8255-2F5B12CFFCF0}"/>
          </ac:spMkLst>
        </pc:spChg>
        <pc:spChg chg="add">
          <ac:chgData name="oussama filani" userId="ba535be18530bddb" providerId="Windows Live" clId="Web-{04DFEC23-C8A8-4BF3-A0F2-2A123772C00A}" dt="2021-05-04T07:36:59.865" v="58"/>
          <ac:spMkLst>
            <pc:docMk/>
            <pc:sldMk cId="4062057869" sldId="262"/>
            <ac:spMk id="25" creationId="{9514EC6E-A557-42A2-BCDC-3ABFFC5E564D}"/>
          </ac:spMkLst>
        </pc:spChg>
        <pc:spChg chg="add">
          <ac:chgData name="oussama filani" userId="ba535be18530bddb" providerId="Windows Live" clId="Web-{04DFEC23-C8A8-4BF3-A0F2-2A123772C00A}" dt="2021-05-04T07:36:59.865" v="58"/>
          <ac:spMkLst>
            <pc:docMk/>
            <pc:sldMk cId="4062057869" sldId="262"/>
            <ac:spMk id="27" creationId="{905482C9-EB42-4BFE-95BF-7FD661F07657}"/>
          </ac:spMkLst>
        </pc:spChg>
        <pc:spChg chg="add">
          <ac:chgData name="oussama filani" userId="ba535be18530bddb" providerId="Windows Live" clId="Web-{04DFEC23-C8A8-4BF3-A0F2-2A123772C00A}" dt="2021-05-04T07:36:59.865" v="58"/>
          <ac:spMkLst>
            <pc:docMk/>
            <pc:sldMk cId="4062057869" sldId="262"/>
            <ac:spMk id="29" creationId="{F92989FB-1024-49B7-BDF1-B3CE27D48623}"/>
          </ac:spMkLst>
        </pc:spChg>
        <pc:spChg chg="add">
          <ac:chgData name="oussama filani" userId="ba535be18530bddb" providerId="Windows Live" clId="Web-{04DFEC23-C8A8-4BF3-A0F2-2A123772C00A}" dt="2021-05-04T07:36:59.865" v="58"/>
          <ac:spMkLst>
            <pc:docMk/>
            <pc:sldMk cId="4062057869" sldId="262"/>
            <ac:spMk id="31" creationId="{DFEE959E-BF10-4204-9556-D1707088D445}"/>
          </ac:spMkLst>
        </pc:spChg>
        <pc:spChg chg="add">
          <ac:chgData name="oussama filani" userId="ba535be18530bddb" providerId="Windows Live" clId="Web-{04DFEC23-C8A8-4BF3-A0F2-2A123772C00A}" dt="2021-05-04T07:36:59.865" v="58"/>
          <ac:spMkLst>
            <pc:docMk/>
            <pc:sldMk cId="4062057869" sldId="262"/>
            <ac:spMk id="33" creationId="{DDD17B6A-CB37-4005-9681-A20AFCDC7822}"/>
          </ac:spMkLst>
        </pc:spChg>
        <pc:spChg chg="add">
          <ac:chgData name="oussama filani" userId="ba535be18530bddb" providerId="Windows Live" clId="Web-{04DFEC23-C8A8-4BF3-A0F2-2A123772C00A}" dt="2021-05-04T07:36:59.865" v="58"/>
          <ac:spMkLst>
            <pc:docMk/>
            <pc:sldMk cId="4062057869" sldId="262"/>
            <ac:spMk id="35" creationId="{3B7BBDE9-DAED-40B0-A640-503C918D1CE3}"/>
          </ac:spMkLst>
        </pc:spChg>
        <pc:spChg chg="add">
          <ac:chgData name="oussama filani" userId="ba535be18530bddb" providerId="Windows Live" clId="Web-{04DFEC23-C8A8-4BF3-A0F2-2A123772C00A}" dt="2021-05-04T07:36:59.865" v="58"/>
          <ac:spMkLst>
            <pc:docMk/>
            <pc:sldMk cId="4062057869" sldId="262"/>
            <ac:spMk id="37" creationId="{7BC7EA7B-802E-41F4-8926-C4475287AA31}"/>
          </ac:spMkLst>
        </pc:spChg>
      </pc:sldChg>
      <pc:sldChg chg="addSp modSp new mod setBg">
        <pc:chgData name="oussama filani" userId="ba535be18530bddb" providerId="Windows Live" clId="Web-{04DFEC23-C8A8-4BF3-A0F2-2A123772C00A}" dt="2021-05-04T07:32:13.780" v="42"/>
        <pc:sldMkLst>
          <pc:docMk/>
          <pc:sldMk cId="3237288642" sldId="263"/>
        </pc:sldMkLst>
        <pc:spChg chg="add">
          <ac:chgData name="oussama filani" userId="ba535be18530bddb" providerId="Windows Live" clId="Web-{04DFEC23-C8A8-4BF3-A0F2-2A123772C00A}" dt="2021-05-04T07:32:13.780" v="42"/>
          <ac:spMkLst>
            <pc:docMk/>
            <pc:sldMk cId="3237288642" sldId="263"/>
            <ac:spMk id="7" creationId="{1259A422-0023-4292-8200-E080556F30F9}"/>
          </ac:spMkLst>
        </pc:spChg>
        <pc:spChg chg="add">
          <ac:chgData name="oussama filani" userId="ba535be18530bddb" providerId="Windows Live" clId="Web-{04DFEC23-C8A8-4BF3-A0F2-2A123772C00A}" dt="2021-05-04T07:32:13.780" v="42"/>
          <ac:spMkLst>
            <pc:docMk/>
            <pc:sldMk cId="3237288642" sldId="263"/>
            <ac:spMk id="9" creationId="{A2413CA5-4739-4BC9-8BB3-B0A4928D314F}"/>
          </ac:spMkLst>
        </pc:spChg>
        <pc:picChg chg="add mod">
          <ac:chgData name="oussama filani" userId="ba535be18530bddb" providerId="Windows Live" clId="Web-{04DFEC23-C8A8-4BF3-A0F2-2A123772C00A}" dt="2021-05-04T07:32:13.780" v="42"/>
          <ac:picMkLst>
            <pc:docMk/>
            <pc:sldMk cId="3237288642" sldId="263"/>
            <ac:picMk id="2" creationId="{37D6D566-A9BD-411C-96BB-24CD084899D7}"/>
          </ac:picMkLst>
        </pc:picChg>
      </pc:sldChg>
      <pc:sldChg chg="addSp modSp new mod setBg">
        <pc:chgData name="oussama filani" userId="ba535be18530bddb" providerId="Windows Live" clId="Web-{04DFEC23-C8A8-4BF3-A0F2-2A123772C00A}" dt="2021-05-04T07:46:50.099" v="67"/>
        <pc:sldMkLst>
          <pc:docMk/>
          <pc:sldMk cId="3046516450" sldId="264"/>
        </pc:sldMkLst>
        <pc:spChg chg="add">
          <ac:chgData name="oussama filani" userId="ba535be18530bddb" providerId="Windows Live" clId="Web-{04DFEC23-C8A8-4BF3-A0F2-2A123772C00A}" dt="2021-05-04T07:46:50.099" v="67"/>
          <ac:spMkLst>
            <pc:docMk/>
            <pc:sldMk cId="3046516450" sldId="264"/>
            <ac:spMk id="7" creationId="{1259A422-0023-4292-8200-E080556F30F9}"/>
          </ac:spMkLst>
        </pc:spChg>
        <pc:spChg chg="add">
          <ac:chgData name="oussama filani" userId="ba535be18530bddb" providerId="Windows Live" clId="Web-{04DFEC23-C8A8-4BF3-A0F2-2A123772C00A}" dt="2021-05-04T07:46:50.099" v="67"/>
          <ac:spMkLst>
            <pc:docMk/>
            <pc:sldMk cId="3046516450" sldId="264"/>
            <ac:spMk id="9" creationId="{A2413CA5-4739-4BC9-8BB3-B0A4928D314F}"/>
          </ac:spMkLst>
        </pc:spChg>
        <pc:picChg chg="add mod">
          <ac:chgData name="oussama filani" userId="ba535be18530bddb" providerId="Windows Live" clId="Web-{04DFEC23-C8A8-4BF3-A0F2-2A123772C00A}" dt="2021-05-04T07:46:50.099" v="67"/>
          <ac:picMkLst>
            <pc:docMk/>
            <pc:sldMk cId="3046516450" sldId="264"/>
            <ac:picMk id="2" creationId="{2A923825-C6A8-4C98-B83A-D86B23648FA4}"/>
          </ac:picMkLst>
        </pc:picChg>
      </pc:sldChg>
      <pc:sldChg chg="addSp modSp new">
        <pc:chgData name="oussama filani" userId="ba535be18530bddb" providerId="Windows Live" clId="Web-{04DFEC23-C8A8-4BF3-A0F2-2A123772C00A}" dt="2021-05-04T07:53:20.546" v="72" actId="1076"/>
        <pc:sldMkLst>
          <pc:docMk/>
          <pc:sldMk cId="520513498" sldId="265"/>
        </pc:sldMkLst>
        <pc:picChg chg="add mod">
          <ac:chgData name="oussama filani" userId="ba535be18530bddb" providerId="Windows Live" clId="Web-{04DFEC23-C8A8-4BF3-A0F2-2A123772C00A}" dt="2021-05-04T07:53:20.546" v="72" actId="1076"/>
          <ac:picMkLst>
            <pc:docMk/>
            <pc:sldMk cId="520513498" sldId="265"/>
            <ac:picMk id="2" creationId="{DA97B9E6-D739-4893-BBB9-FD28635119F6}"/>
          </ac:picMkLst>
        </pc:picChg>
      </pc:sldChg>
      <pc:sldChg chg="modSp new">
        <pc:chgData name="oussama filani" userId="ba535be18530bddb" providerId="Windows Live" clId="Web-{04DFEC23-C8A8-4BF3-A0F2-2A123772C00A}" dt="2021-05-04T08:10:17.119" v="108" actId="20577"/>
        <pc:sldMkLst>
          <pc:docMk/>
          <pc:sldMk cId="4286643117" sldId="266"/>
        </pc:sldMkLst>
        <pc:spChg chg="mod">
          <ac:chgData name="oussama filani" userId="ba535be18530bddb" providerId="Windows Live" clId="Web-{04DFEC23-C8A8-4BF3-A0F2-2A123772C00A}" dt="2021-05-04T08:06:24.629" v="99" actId="20577"/>
          <ac:spMkLst>
            <pc:docMk/>
            <pc:sldMk cId="4286643117" sldId="266"/>
            <ac:spMk id="2" creationId="{C8DF3A36-1722-45BD-B45E-CA550A6FFD46}"/>
          </ac:spMkLst>
        </pc:spChg>
        <pc:spChg chg="mod">
          <ac:chgData name="oussama filani" userId="ba535be18530bddb" providerId="Windows Live" clId="Web-{04DFEC23-C8A8-4BF3-A0F2-2A123772C00A}" dt="2021-05-04T08:10:17.119" v="108" actId="20577"/>
          <ac:spMkLst>
            <pc:docMk/>
            <pc:sldMk cId="4286643117" sldId="266"/>
            <ac:spMk id="3" creationId="{99F07C4B-3B53-40C8-A109-B3FAA39448EA}"/>
          </ac:spMkLst>
        </pc:spChg>
        <pc:spChg chg="mod">
          <ac:chgData name="oussama filani" userId="ba535be18530bddb" providerId="Windows Live" clId="Web-{04DFEC23-C8A8-4BF3-A0F2-2A123772C00A}" dt="2021-05-04T08:09:35.743" v="104" actId="20577"/>
          <ac:spMkLst>
            <pc:docMk/>
            <pc:sldMk cId="4286643117" sldId="266"/>
            <ac:spMk id="4" creationId="{1F330C14-DFB5-4E8E-A9F9-44910414F8E8}"/>
          </ac:spMkLst>
        </pc:spChg>
        <pc:spChg chg="mod">
          <ac:chgData name="oussama filani" userId="ba535be18530bddb" providerId="Windows Live" clId="Web-{04DFEC23-C8A8-4BF3-A0F2-2A123772C00A}" dt="2021-05-04T08:06:54.129" v="101" actId="20577"/>
          <ac:spMkLst>
            <pc:docMk/>
            <pc:sldMk cId="4286643117" sldId="266"/>
            <ac:spMk id="5" creationId="{E404420D-B6F9-4B44-B690-8412A3047675}"/>
          </ac:spMkLst>
        </pc:spChg>
        <pc:spChg chg="mod">
          <ac:chgData name="oussama filani" userId="ba535be18530bddb" providerId="Windows Live" clId="Web-{04DFEC23-C8A8-4BF3-A0F2-2A123772C00A}" dt="2021-05-04T08:05:41.190" v="90" actId="20577"/>
          <ac:spMkLst>
            <pc:docMk/>
            <pc:sldMk cId="4286643117" sldId="266"/>
            <ac:spMk id="6" creationId="{6E2F422C-2E85-4F16-A4CC-92C8889944E7}"/>
          </ac:spMkLst>
        </pc:spChg>
      </pc:sldChg>
      <pc:sldChg chg="modSp add ord replId">
        <pc:chgData name="oussama filani" userId="ba535be18530bddb" providerId="Windows Live" clId="Web-{04DFEC23-C8A8-4BF3-A0F2-2A123772C00A}" dt="2021-05-04T08:14:29.250" v="117" actId="20577"/>
        <pc:sldMkLst>
          <pc:docMk/>
          <pc:sldMk cId="3217889801" sldId="267"/>
        </pc:sldMkLst>
        <pc:spChg chg="mod">
          <ac:chgData name="oussama filani" userId="ba535be18530bddb" providerId="Windows Live" clId="Web-{04DFEC23-C8A8-4BF3-A0F2-2A123772C00A}" dt="2021-05-04T08:14:29.250" v="117" actId="20577"/>
          <ac:spMkLst>
            <pc:docMk/>
            <pc:sldMk cId="3217889801" sldId="267"/>
            <ac:spMk id="2" creationId="{BFB7DDC3-22A6-43D6-819C-87B47531EBA8}"/>
          </ac:spMkLst>
        </pc:spChg>
        <pc:spChg chg="mod">
          <ac:chgData name="oussama filani" userId="ba535be18530bddb" providerId="Windows Live" clId="Web-{04DFEC23-C8A8-4BF3-A0F2-2A123772C00A}" dt="2021-05-04T08:14:13.969" v="113" actId="20577"/>
          <ac:spMkLst>
            <pc:docMk/>
            <pc:sldMk cId="3217889801" sldId="267"/>
            <ac:spMk id="5" creationId="{1CA5DB90-6C7C-498D-898B-DC546AC32030}"/>
          </ac:spMkLst>
        </pc:spChg>
      </pc:sldChg>
      <pc:sldChg chg="new del">
        <pc:chgData name="oussama filani" userId="ba535be18530bddb" providerId="Windows Live" clId="Web-{04DFEC23-C8A8-4BF3-A0F2-2A123772C00A}" dt="2021-05-04T08:25:11.751" v="119"/>
        <pc:sldMkLst>
          <pc:docMk/>
          <pc:sldMk cId="1300858564" sldId="268"/>
        </pc:sldMkLst>
      </pc:sldChg>
      <pc:sldChg chg="addSp delSp modSp add mod replId setBg setClrOvrMap">
        <pc:chgData name="oussama filani" userId="ba535be18530bddb" providerId="Windows Live" clId="Web-{04DFEC23-C8A8-4BF3-A0F2-2A123772C00A}" dt="2021-05-04T08:27:51.833" v="138" actId="20577"/>
        <pc:sldMkLst>
          <pc:docMk/>
          <pc:sldMk cId="3981606510" sldId="268"/>
        </pc:sldMkLst>
        <pc:spChg chg="mod">
          <ac:chgData name="oussama filani" userId="ba535be18530bddb" providerId="Windows Live" clId="Web-{04DFEC23-C8A8-4BF3-A0F2-2A123772C00A}" dt="2021-05-04T08:27:21.051" v="135"/>
          <ac:spMkLst>
            <pc:docMk/>
            <pc:sldMk cId="3981606510" sldId="268"/>
            <ac:spMk id="2" creationId="{BFB7DDC3-22A6-43D6-819C-87B47531EBA8}"/>
          </ac:spMkLst>
        </pc:spChg>
        <pc:spChg chg="mod">
          <ac:chgData name="oussama filani" userId="ba535be18530bddb" providerId="Windows Live" clId="Web-{04DFEC23-C8A8-4BF3-A0F2-2A123772C00A}" dt="2021-05-04T08:27:51.833" v="138" actId="20577"/>
          <ac:spMkLst>
            <pc:docMk/>
            <pc:sldMk cId="3981606510" sldId="268"/>
            <ac:spMk id="5" creationId="{1CA5DB90-6C7C-498D-898B-DC546AC32030}"/>
          </ac:spMkLst>
        </pc:spChg>
        <pc:spChg chg="add del">
          <ac:chgData name="oussama filani" userId="ba535be18530bddb" providerId="Windows Live" clId="Web-{04DFEC23-C8A8-4BF3-A0F2-2A123772C00A}" dt="2021-05-04T08:27:21.051" v="135"/>
          <ac:spMkLst>
            <pc:docMk/>
            <pc:sldMk cId="3981606510" sldId="268"/>
            <ac:spMk id="10" creationId="{DCF4EB5C-ED25-4675-8255-2F5B12CFFCF0}"/>
          </ac:spMkLst>
        </pc:spChg>
        <pc:spChg chg="add del">
          <ac:chgData name="oussama filani" userId="ba535be18530bddb" providerId="Windows Live" clId="Web-{04DFEC23-C8A8-4BF3-A0F2-2A123772C00A}" dt="2021-05-04T08:27:21.051" v="135"/>
          <ac:spMkLst>
            <pc:docMk/>
            <pc:sldMk cId="3981606510" sldId="268"/>
            <ac:spMk id="12" creationId="{9514EC6E-A557-42A2-BCDC-3ABFFC5E564D}"/>
          </ac:spMkLst>
        </pc:spChg>
        <pc:spChg chg="add del">
          <ac:chgData name="oussama filani" userId="ba535be18530bddb" providerId="Windows Live" clId="Web-{04DFEC23-C8A8-4BF3-A0F2-2A123772C00A}" dt="2021-05-04T08:27:21.051" v="135"/>
          <ac:spMkLst>
            <pc:docMk/>
            <pc:sldMk cId="3981606510" sldId="268"/>
            <ac:spMk id="14" creationId="{905482C9-EB42-4BFE-95BF-7FD661F07657}"/>
          </ac:spMkLst>
        </pc:spChg>
        <pc:spChg chg="add del">
          <ac:chgData name="oussama filani" userId="ba535be18530bddb" providerId="Windows Live" clId="Web-{04DFEC23-C8A8-4BF3-A0F2-2A123772C00A}" dt="2021-05-04T08:27:21.051" v="135"/>
          <ac:spMkLst>
            <pc:docMk/>
            <pc:sldMk cId="3981606510" sldId="268"/>
            <ac:spMk id="16" creationId="{F92989FB-1024-49B7-BDF1-B3CE27D48623}"/>
          </ac:spMkLst>
        </pc:spChg>
        <pc:spChg chg="add del">
          <ac:chgData name="oussama filani" userId="ba535be18530bddb" providerId="Windows Live" clId="Web-{04DFEC23-C8A8-4BF3-A0F2-2A123772C00A}" dt="2021-05-04T08:27:21.051" v="135"/>
          <ac:spMkLst>
            <pc:docMk/>
            <pc:sldMk cId="3981606510" sldId="268"/>
            <ac:spMk id="18" creationId="{DFEE959E-BF10-4204-9556-D1707088D445}"/>
          </ac:spMkLst>
        </pc:spChg>
        <pc:spChg chg="add del">
          <ac:chgData name="oussama filani" userId="ba535be18530bddb" providerId="Windows Live" clId="Web-{04DFEC23-C8A8-4BF3-A0F2-2A123772C00A}" dt="2021-05-04T08:27:21.051" v="135"/>
          <ac:spMkLst>
            <pc:docMk/>
            <pc:sldMk cId="3981606510" sldId="268"/>
            <ac:spMk id="20" creationId="{DDD17B6A-CB37-4005-9681-A20AFCDC7822}"/>
          </ac:spMkLst>
        </pc:spChg>
        <pc:spChg chg="add del">
          <ac:chgData name="oussama filani" userId="ba535be18530bddb" providerId="Windows Live" clId="Web-{04DFEC23-C8A8-4BF3-A0F2-2A123772C00A}" dt="2021-05-04T08:27:21.051" v="135"/>
          <ac:spMkLst>
            <pc:docMk/>
            <pc:sldMk cId="3981606510" sldId="268"/>
            <ac:spMk id="22" creationId="{3B7BBDE9-DAED-40B0-A640-503C918D1CE3}"/>
          </ac:spMkLst>
        </pc:spChg>
        <pc:spChg chg="add del">
          <ac:chgData name="oussama filani" userId="ba535be18530bddb" providerId="Windows Live" clId="Web-{04DFEC23-C8A8-4BF3-A0F2-2A123772C00A}" dt="2021-05-04T08:27:21.051" v="135"/>
          <ac:spMkLst>
            <pc:docMk/>
            <pc:sldMk cId="3981606510" sldId="268"/>
            <ac:spMk id="24" creationId="{7BC7EA7B-802E-41F4-8926-C4475287AA31}"/>
          </ac:spMkLst>
        </pc:spChg>
        <pc:spChg chg="add del">
          <ac:chgData name="oussama filani" userId="ba535be18530bddb" providerId="Windows Live" clId="Web-{04DFEC23-C8A8-4BF3-A0F2-2A123772C00A}" dt="2021-05-04T08:27:21.051" v="135"/>
          <ac:spMkLst>
            <pc:docMk/>
            <pc:sldMk cId="3981606510" sldId="268"/>
            <ac:spMk id="29" creationId="{DCF4EB5C-ED25-4675-8255-2F5B12CFFCF0}"/>
          </ac:spMkLst>
        </pc:spChg>
        <pc:spChg chg="add del">
          <ac:chgData name="oussama filani" userId="ba535be18530bddb" providerId="Windows Live" clId="Web-{04DFEC23-C8A8-4BF3-A0F2-2A123772C00A}" dt="2021-05-04T08:27:21.051" v="135"/>
          <ac:spMkLst>
            <pc:docMk/>
            <pc:sldMk cId="3981606510" sldId="268"/>
            <ac:spMk id="31" creationId="{9514EC6E-A557-42A2-BCDC-3ABFFC5E564D}"/>
          </ac:spMkLst>
        </pc:spChg>
        <pc:spChg chg="add del">
          <ac:chgData name="oussama filani" userId="ba535be18530bddb" providerId="Windows Live" clId="Web-{04DFEC23-C8A8-4BF3-A0F2-2A123772C00A}" dt="2021-05-04T08:27:21.051" v="135"/>
          <ac:spMkLst>
            <pc:docMk/>
            <pc:sldMk cId="3981606510" sldId="268"/>
            <ac:spMk id="33" creationId="{905482C9-EB42-4BFE-95BF-7FD661F07657}"/>
          </ac:spMkLst>
        </pc:spChg>
        <pc:spChg chg="add del">
          <ac:chgData name="oussama filani" userId="ba535be18530bddb" providerId="Windows Live" clId="Web-{04DFEC23-C8A8-4BF3-A0F2-2A123772C00A}" dt="2021-05-04T08:27:21.051" v="135"/>
          <ac:spMkLst>
            <pc:docMk/>
            <pc:sldMk cId="3981606510" sldId="268"/>
            <ac:spMk id="35" creationId="{A3B89715-0C08-460F-B428-54CD79978851}"/>
          </ac:spMkLst>
        </pc:spChg>
        <pc:spChg chg="add del">
          <ac:chgData name="oussama filani" userId="ba535be18530bddb" providerId="Windows Live" clId="Web-{04DFEC23-C8A8-4BF3-A0F2-2A123772C00A}" dt="2021-05-04T08:27:21.051" v="135"/>
          <ac:spMkLst>
            <pc:docMk/>
            <pc:sldMk cId="3981606510" sldId="268"/>
            <ac:spMk id="37" creationId="{8A434A18-CAD8-4C01-93B9-1FDCC12CC814}"/>
          </ac:spMkLst>
        </pc:spChg>
        <pc:spChg chg="add del">
          <ac:chgData name="oussama filani" userId="ba535be18530bddb" providerId="Windows Live" clId="Web-{04DFEC23-C8A8-4BF3-A0F2-2A123772C00A}" dt="2021-05-04T08:27:21.051" v="135"/>
          <ac:spMkLst>
            <pc:docMk/>
            <pc:sldMk cId="3981606510" sldId="268"/>
            <ac:spMk id="39" creationId="{C100436C-9F48-41B9-A514-820CACA07426}"/>
          </ac:spMkLst>
        </pc:spChg>
        <pc:spChg chg="add del">
          <ac:chgData name="oussama filani" userId="ba535be18530bddb" providerId="Windows Live" clId="Web-{04DFEC23-C8A8-4BF3-A0F2-2A123772C00A}" dt="2021-05-04T08:27:21.051" v="135"/>
          <ac:spMkLst>
            <pc:docMk/>
            <pc:sldMk cId="3981606510" sldId="268"/>
            <ac:spMk id="41" creationId="{8B10964E-DDA5-46BF-8376-4486F05B7867}"/>
          </ac:spMkLst>
        </pc:spChg>
        <pc:spChg chg="add del">
          <ac:chgData name="oussama filani" userId="ba535be18530bddb" providerId="Windows Live" clId="Web-{04DFEC23-C8A8-4BF3-A0F2-2A123772C00A}" dt="2021-05-04T08:27:21.051" v="135"/>
          <ac:spMkLst>
            <pc:docMk/>
            <pc:sldMk cId="3981606510" sldId="268"/>
            <ac:spMk id="43" creationId="{7937B2BA-7A3F-4338-9F35-A23EE736762E}"/>
          </ac:spMkLst>
        </pc:spChg>
      </pc:sldChg>
      <pc:sldChg chg="addSp new del">
        <pc:chgData name="oussama filani" userId="ba535be18530bddb" providerId="Windows Live" clId="Web-{04DFEC23-C8A8-4BF3-A0F2-2A123772C00A}" dt="2021-05-04T08:35:11.344" v="141"/>
        <pc:sldMkLst>
          <pc:docMk/>
          <pc:sldMk cId="475130785" sldId="269"/>
        </pc:sldMkLst>
        <pc:spChg chg="add">
          <ac:chgData name="oussama filani" userId="ba535be18530bddb" providerId="Windows Live" clId="Web-{04DFEC23-C8A8-4BF3-A0F2-2A123772C00A}" dt="2021-05-04T08:35:07.969" v="140"/>
          <ac:spMkLst>
            <pc:docMk/>
            <pc:sldMk cId="475130785" sldId="269"/>
            <ac:spMk id="4" creationId="{C7DAA5D0-DA8E-4726-A4BA-614164D1EBF9}"/>
          </ac:spMkLst>
        </pc:spChg>
      </pc:sldChg>
      <pc:sldChg chg="modSp add ord replId">
        <pc:chgData name="oussama filani" userId="ba535be18530bddb" providerId="Windows Live" clId="Web-{04DFEC23-C8A8-4BF3-A0F2-2A123772C00A}" dt="2021-05-04T08:35:49.189" v="147" actId="20577"/>
        <pc:sldMkLst>
          <pc:docMk/>
          <pc:sldMk cId="3305751927" sldId="269"/>
        </pc:sldMkLst>
        <pc:spChg chg="mod">
          <ac:chgData name="oussama filani" userId="ba535be18530bddb" providerId="Windows Live" clId="Web-{04DFEC23-C8A8-4BF3-A0F2-2A123772C00A}" dt="2021-05-04T08:35:49.189" v="147" actId="20577"/>
          <ac:spMkLst>
            <pc:docMk/>
            <pc:sldMk cId="3305751927" sldId="269"/>
            <ac:spMk id="2" creationId="{BFB7DDC3-22A6-43D6-819C-87B47531EBA8}"/>
          </ac:spMkLst>
        </pc:spChg>
        <pc:spChg chg="mod">
          <ac:chgData name="oussama filani" userId="ba535be18530bddb" providerId="Windows Live" clId="Web-{04DFEC23-C8A8-4BF3-A0F2-2A123772C00A}" dt="2021-05-04T08:35:34.673" v="146" actId="20577"/>
          <ac:spMkLst>
            <pc:docMk/>
            <pc:sldMk cId="3305751927" sldId="269"/>
            <ac:spMk id="5" creationId="{1CA5DB90-6C7C-498D-898B-DC546AC32030}"/>
          </ac:spMkLst>
        </pc:spChg>
      </pc:sldChg>
    </pc:docChg>
  </pc:docChgLst>
  <pc:docChgLst>
    <pc:chgData name="oussama filani" userId="ba535be18530bddb" providerId="Windows Live" clId="Web-{C0198CF2-4F89-4C1B-ADD7-423A17A24B0F}"/>
    <pc:docChg chg="addSld delSld modSld sldOrd">
      <pc:chgData name="oussama filani" userId="ba535be18530bddb" providerId="Windows Live" clId="Web-{C0198CF2-4F89-4C1B-ADD7-423A17A24B0F}" dt="2021-08-17T09:18:38.868" v="193" actId="20577"/>
      <pc:docMkLst>
        <pc:docMk/>
      </pc:docMkLst>
      <pc:sldChg chg="modSp">
        <pc:chgData name="oussama filani" userId="ba535be18530bddb" providerId="Windows Live" clId="Web-{C0198CF2-4F89-4C1B-ADD7-423A17A24B0F}" dt="2021-08-17T03:40:42.674" v="26" actId="20577"/>
        <pc:sldMkLst>
          <pc:docMk/>
          <pc:sldMk cId="2299734367" sldId="256"/>
        </pc:sldMkLst>
        <pc:spChg chg="mod">
          <ac:chgData name="oussama filani" userId="ba535be18530bddb" providerId="Windows Live" clId="Web-{C0198CF2-4F89-4C1B-ADD7-423A17A24B0F}" dt="2021-08-17T03:40:42.674" v="26" actId="20577"/>
          <ac:spMkLst>
            <pc:docMk/>
            <pc:sldMk cId="2299734367" sldId="256"/>
            <ac:spMk id="2" creationId="{00000000-0000-0000-0000-000000000000}"/>
          </ac:spMkLst>
        </pc:spChg>
      </pc:sldChg>
      <pc:sldChg chg="addSp delSp modSp mod setBg setClrOvrMap">
        <pc:chgData name="oussama filani" userId="ba535be18530bddb" providerId="Windows Live" clId="Web-{C0198CF2-4F89-4C1B-ADD7-423A17A24B0F}" dt="2021-08-17T06:26:51.047" v="163" actId="20577"/>
        <pc:sldMkLst>
          <pc:docMk/>
          <pc:sldMk cId="1408377779" sldId="257"/>
        </pc:sldMkLst>
        <pc:spChg chg="mod">
          <ac:chgData name="oussama filani" userId="ba535be18530bddb" providerId="Windows Live" clId="Web-{C0198CF2-4F89-4C1B-ADD7-423A17A24B0F}" dt="2021-08-17T03:59:10.363" v="147"/>
          <ac:spMkLst>
            <pc:docMk/>
            <pc:sldMk cId="1408377779" sldId="257"/>
            <ac:spMk id="2" creationId="{8D87436B-EEAF-490A-9E97-0A8DD6A39486}"/>
          </ac:spMkLst>
        </pc:spChg>
        <pc:spChg chg="del mod">
          <ac:chgData name="oussama filani" userId="ba535be18530bddb" providerId="Windows Live" clId="Web-{C0198CF2-4F89-4C1B-ADD7-423A17A24B0F}" dt="2021-08-17T03:59:10.363" v="147"/>
          <ac:spMkLst>
            <pc:docMk/>
            <pc:sldMk cId="1408377779" sldId="257"/>
            <ac:spMk id="3" creationId="{586F839D-001C-4DA3-BDAD-00F0822548F3}"/>
          </ac:spMkLst>
        </pc:spChg>
        <pc:spChg chg="del">
          <ac:chgData name="oussama filani" userId="ba535be18530bddb" providerId="Windows Live" clId="Web-{C0198CF2-4F89-4C1B-ADD7-423A17A24B0F}" dt="2021-08-17T03:59:10.363" v="147"/>
          <ac:spMkLst>
            <pc:docMk/>
            <pc:sldMk cId="1408377779" sldId="257"/>
            <ac:spMk id="8" creationId="{9B6B47BF-F3D0-4678-9B20-DA45E1BCAD6C}"/>
          </ac:spMkLst>
        </pc:spChg>
        <pc:spChg chg="del">
          <ac:chgData name="oussama filani" userId="ba535be18530bddb" providerId="Windows Live" clId="Web-{C0198CF2-4F89-4C1B-ADD7-423A17A24B0F}" dt="2021-08-17T03:59:10.363" v="147"/>
          <ac:spMkLst>
            <pc:docMk/>
            <pc:sldMk cId="1408377779" sldId="257"/>
            <ac:spMk id="10" creationId="{19334917-3673-4EF2-BA7C-CC83AEEEAE37}"/>
          </ac:spMkLst>
        </pc:spChg>
        <pc:spChg chg="del">
          <ac:chgData name="oussama filani" userId="ba535be18530bddb" providerId="Windows Live" clId="Web-{C0198CF2-4F89-4C1B-ADD7-423A17A24B0F}" dt="2021-08-17T03:59:10.363" v="147"/>
          <ac:spMkLst>
            <pc:docMk/>
            <pc:sldMk cId="1408377779" sldId="257"/>
            <ac:spMk id="12" creationId="{E1589AE1-C0FC-4B66-9C0D-9EB92F40F440}"/>
          </ac:spMkLst>
        </pc:spChg>
        <pc:spChg chg="add">
          <ac:chgData name="oussama filani" userId="ba535be18530bddb" providerId="Windows Live" clId="Web-{C0198CF2-4F89-4C1B-ADD7-423A17A24B0F}" dt="2021-08-17T03:59:10.363" v="147"/>
          <ac:spMkLst>
            <pc:docMk/>
            <pc:sldMk cId="1408377779" sldId="257"/>
            <ac:spMk id="18" creationId="{F92989FB-1024-49B7-BDF1-B3CE27D48623}"/>
          </ac:spMkLst>
        </pc:spChg>
        <pc:spChg chg="add">
          <ac:chgData name="oussama filani" userId="ba535be18530bddb" providerId="Windows Live" clId="Web-{C0198CF2-4F89-4C1B-ADD7-423A17A24B0F}" dt="2021-08-17T03:59:10.363" v="147"/>
          <ac:spMkLst>
            <pc:docMk/>
            <pc:sldMk cId="1408377779" sldId="257"/>
            <ac:spMk id="20" creationId="{2987D6F4-EC95-4EF1-A8AD-4B70386CEEC7}"/>
          </ac:spMkLst>
        </pc:spChg>
        <pc:spChg chg="add">
          <ac:chgData name="oussama filani" userId="ba535be18530bddb" providerId="Windows Live" clId="Web-{C0198CF2-4F89-4C1B-ADD7-423A17A24B0F}" dt="2021-08-17T03:59:10.363" v="147"/>
          <ac:spMkLst>
            <pc:docMk/>
            <pc:sldMk cId="1408377779" sldId="257"/>
            <ac:spMk id="22" creationId="{F5F792DF-9D0A-4DB6-9A9E-7312F5A7E87D}"/>
          </ac:spMkLst>
        </pc:spChg>
        <pc:graphicFrameChg chg="add modGraphic">
          <ac:chgData name="oussama filani" userId="ba535be18530bddb" providerId="Windows Live" clId="Web-{C0198CF2-4F89-4C1B-ADD7-423A17A24B0F}" dt="2021-08-17T06:26:51.047" v="163" actId="20577"/>
          <ac:graphicFrameMkLst>
            <pc:docMk/>
            <pc:sldMk cId="1408377779" sldId="257"/>
            <ac:graphicFrameMk id="14" creationId="{F01C8BE0-C36A-4247-8324-0BBF8B9210EB}"/>
          </ac:graphicFrameMkLst>
        </pc:graphicFrameChg>
      </pc:sldChg>
      <pc:sldChg chg="del">
        <pc:chgData name="oussama filani" userId="ba535be18530bddb" providerId="Windows Live" clId="Web-{C0198CF2-4F89-4C1B-ADD7-423A17A24B0F}" dt="2021-08-17T08:54:37.887" v="170"/>
        <pc:sldMkLst>
          <pc:docMk/>
          <pc:sldMk cId="4188827703" sldId="259"/>
        </pc:sldMkLst>
      </pc:sldChg>
      <pc:sldChg chg="addSp delSp modSp">
        <pc:chgData name="oussama filani" userId="ba535be18530bddb" providerId="Windows Live" clId="Web-{C0198CF2-4F89-4C1B-ADD7-423A17A24B0F}" dt="2021-08-17T08:54:10.402" v="169"/>
        <pc:sldMkLst>
          <pc:docMk/>
          <pc:sldMk cId="3693604429" sldId="260"/>
        </pc:sldMkLst>
        <pc:spChg chg="add del mod">
          <ac:chgData name="oussama filani" userId="ba535be18530bddb" providerId="Windows Live" clId="Web-{C0198CF2-4F89-4C1B-ADD7-423A17A24B0F}" dt="2021-08-17T08:54:10.402" v="169"/>
          <ac:spMkLst>
            <pc:docMk/>
            <pc:sldMk cId="3693604429" sldId="260"/>
            <ac:spMk id="3" creationId="{2847395E-D66F-4F54-87A5-2C4199894BDC}"/>
          </ac:spMkLst>
        </pc:spChg>
        <pc:spChg chg="add del mod">
          <ac:chgData name="oussama filani" userId="ba535be18530bddb" providerId="Windows Live" clId="Web-{C0198CF2-4F89-4C1B-ADD7-423A17A24B0F}" dt="2021-08-17T03:48:39.282" v="78"/>
          <ac:spMkLst>
            <pc:docMk/>
            <pc:sldMk cId="3693604429" sldId="260"/>
            <ac:spMk id="4" creationId="{88BB4924-7581-48EC-9810-04F0023F7A49}"/>
          </ac:spMkLst>
        </pc:spChg>
        <pc:spChg chg="add del mod">
          <ac:chgData name="oussama filani" userId="ba535be18530bddb" providerId="Windows Live" clId="Web-{C0198CF2-4F89-4C1B-ADD7-423A17A24B0F}" dt="2021-08-17T03:47:55.199" v="67"/>
          <ac:spMkLst>
            <pc:docMk/>
            <pc:sldMk cId="3693604429" sldId="260"/>
            <ac:spMk id="5" creationId="{8E9A99D5-97A4-42D8-ADAA-47C0C60426C8}"/>
          </ac:spMkLst>
        </pc:spChg>
        <pc:spChg chg="add mod">
          <ac:chgData name="oussama filani" userId="ba535be18530bddb" providerId="Windows Live" clId="Web-{C0198CF2-4F89-4C1B-ADD7-423A17A24B0F}" dt="2021-08-17T03:50:30.911" v="98" actId="14100"/>
          <ac:spMkLst>
            <pc:docMk/>
            <pc:sldMk cId="3693604429" sldId="260"/>
            <ac:spMk id="6" creationId="{A74A6ABC-B9DC-4E49-859F-2768AE508F53}"/>
          </ac:spMkLst>
        </pc:spChg>
        <pc:spChg chg="add del mod">
          <ac:chgData name="oussama filani" userId="ba535be18530bddb" providerId="Windows Live" clId="Web-{C0198CF2-4F89-4C1B-ADD7-423A17A24B0F}" dt="2021-08-17T03:48:41.876" v="79"/>
          <ac:spMkLst>
            <pc:docMk/>
            <pc:sldMk cId="3693604429" sldId="260"/>
            <ac:spMk id="10" creationId="{722B35AD-4D04-4072-845A-76E17FB67B03}"/>
          </ac:spMkLst>
        </pc:spChg>
        <pc:picChg chg="del">
          <ac:chgData name="oussama filani" userId="ba535be18530bddb" providerId="Windows Live" clId="Web-{C0198CF2-4F89-4C1B-ADD7-423A17A24B0F}" dt="2021-08-17T03:47:19.542" v="57"/>
          <ac:picMkLst>
            <pc:docMk/>
            <pc:sldMk cId="3693604429" sldId="260"/>
            <ac:picMk id="2" creationId="{A85DF151-5731-4C9D-B7F3-3A5A0AD152F2}"/>
          </ac:picMkLst>
        </pc:picChg>
        <pc:picChg chg="add mod">
          <ac:chgData name="oussama filani" userId="ba535be18530bddb" providerId="Windows Live" clId="Web-{C0198CF2-4F89-4C1B-ADD7-423A17A24B0F}" dt="2021-08-17T03:51:19.556" v="101" actId="1076"/>
          <ac:picMkLst>
            <pc:docMk/>
            <pc:sldMk cId="3693604429" sldId="260"/>
            <ac:picMk id="11" creationId="{2FA8D676-C769-42DA-8CDD-D002102AE9E7}"/>
          </ac:picMkLst>
        </pc:picChg>
        <pc:picChg chg="add mod">
          <ac:chgData name="oussama filani" userId="ba535be18530bddb" providerId="Windows Live" clId="Web-{C0198CF2-4F89-4C1B-ADD7-423A17A24B0F}" dt="2021-08-17T03:51:36.697" v="105" actId="14100"/>
          <ac:picMkLst>
            <pc:docMk/>
            <pc:sldMk cId="3693604429" sldId="260"/>
            <ac:picMk id="12" creationId="{D87C45D4-0096-41B2-A3BC-6912EFE77631}"/>
          </ac:picMkLst>
        </pc:picChg>
        <pc:picChg chg="add mod">
          <ac:chgData name="oussama filani" userId="ba535be18530bddb" providerId="Windows Live" clId="Web-{C0198CF2-4F89-4C1B-ADD7-423A17A24B0F}" dt="2021-08-17T03:52:20.713" v="112" actId="1076"/>
          <ac:picMkLst>
            <pc:docMk/>
            <pc:sldMk cId="3693604429" sldId="260"/>
            <ac:picMk id="13" creationId="{D85A0DA9-AB2F-4633-8AAC-23342053634A}"/>
          </ac:picMkLst>
        </pc:picChg>
        <pc:picChg chg="add mod">
          <ac:chgData name="oussama filani" userId="ba535be18530bddb" providerId="Windows Live" clId="Web-{C0198CF2-4F89-4C1B-ADD7-423A17A24B0F}" dt="2021-08-17T03:52:24.995" v="113" actId="1076"/>
          <ac:picMkLst>
            <pc:docMk/>
            <pc:sldMk cId="3693604429" sldId="260"/>
            <ac:picMk id="14" creationId="{A92C83BC-ECC6-47F3-B3C2-2EA34EA49C23}"/>
          </ac:picMkLst>
        </pc:picChg>
        <pc:picChg chg="add mod">
          <ac:chgData name="oussama filani" userId="ba535be18530bddb" providerId="Windows Live" clId="Web-{C0198CF2-4F89-4C1B-ADD7-423A17A24B0F}" dt="2021-08-17T03:52:25.026" v="114" actId="1076"/>
          <ac:picMkLst>
            <pc:docMk/>
            <pc:sldMk cId="3693604429" sldId="260"/>
            <ac:picMk id="15" creationId="{80C64F79-9EFB-4686-BDF8-3FB1A20F43BE}"/>
          </ac:picMkLst>
        </pc:picChg>
      </pc:sldChg>
      <pc:sldChg chg="modSp">
        <pc:chgData name="oussama filani" userId="ba535be18530bddb" providerId="Windows Live" clId="Web-{C0198CF2-4F89-4C1B-ADD7-423A17A24B0F}" dt="2021-08-17T06:24:14.116" v="148" actId="20577"/>
        <pc:sldMkLst>
          <pc:docMk/>
          <pc:sldMk cId="1495234907" sldId="261"/>
        </pc:sldMkLst>
        <pc:spChg chg="mod">
          <ac:chgData name="oussama filani" userId="ba535be18530bddb" providerId="Windows Live" clId="Web-{C0198CF2-4F89-4C1B-ADD7-423A17A24B0F}" dt="2021-08-17T06:24:14.116" v="148" actId="20577"/>
          <ac:spMkLst>
            <pc:docMk/>
            <pc:sldMk cId="1495234907" sldId="261"/>
            <ac:spMk id="5" creationId="{1CA5DB90-6C7C-498D-898B-DC546AC32030}"/>
          </ac:spMkLst>
        </pc:spChg>
        <pc:spChg chg="mod">
          <ac:chgData name="oussama filani" userId="ba535be18530bddb" providerId="Windows Live" clId="Web-{C0198CF2-4F89-4C1B-ADD7-423A17A24B0F}" dt="2021-08-17T03:46:29.495" v="55" actId="20577"/>
          <ac:spMkLst>
            <pc:docMk/>
            <pc:sldMk cId="1495234907" sldId="261"/>
            <ac:spMk id="6" creationId="{59E5980D-2C21-4B32-942F-EFDEF0C51349}"/>
          </ac:spMkLst>
        </pc:spChg>
      </pc:sldChg>
      <pc:sldChg chg="del">
        <pc:chgData name="oussama filani" userId="ba535be18530bddb" providerId="Windows Live" clId="Web-{C0198CF2-4F89-4C1B-ADD7-423A17A24B0F}" dt="2021-08-17T03:54:39.877" v="123"/>
        <pc:sldMkLst>
          <pc:docMk/>
          <pc:sldMk cId="4062057869" sldId="262"/>
        </pc:sldMkLst>
      </pc:sldChg>
      <pc:sldChg chg="del">
        <pc:chgData name="oussama filani" userId="ba535be18530bddb" providerId="Windows Live" clId="Web-{C0198CF2-4F89-4C1B-ADD7-423A17A24B0F}" dt="2021-08-17T07:23:11.246" v="165"/>
        <pc:sldMkLst>
          <pc:docMk/>
          <pc:sldMk cId="3237288642" sldId="263"/>
        </pc:sldMkLst>
      </pc:sldChg>
      <pc:sldChg chg="addSp delSp modSp">
        <pc:chgData name="oussama filani" userId="ba535be18530bddb" providerId="Windows Live" clId="Web-{C0198CF2-4F89-4C1B-ADD7-423A17A24B0F}" dt="2021-08-17T03:56:22.706" v="136"/>
        <pc:sldMkLst>
          <pc:docMk/>
          <pc:sldMk cId="3046516450" sldId="264"/>
        </pc:sldMkLst>
        <pc:spChg chg="add del mod">
          <ac:chgData name="oussama filani" userId="ba535be18530bddb" providerId="Windows Live" clId="Web-{C0198CF2-4F89-4C1B-ADD7-423A17A24B0F}" dt="2021-08-17T03:56:22.706" v="136"/>
          <ac:spMkLst>
            <pc:docMk/>
            <pc:sldMk cId="3046516450" sldId="264"/>
            <ac:spMk id="3" creationId="{57B14D5C-324F-48B7-A7F2-968DED7EED1B}"/>
          </ac:spMkLst>
        </pc:spChg>
        <pc:spChg chg="add del mod">
          <ac:chgData name="oussama filani" userId="ba535be18530bddb" providerId="Windows Live" clId="Web-{C0198CF2-4F89-4C1B-ADD7-423A17A24B0F}" dt="2021-08-17T03:56:21.831" v="135"/>
          <ac:spMkLst>
            <pc:docMk/>
            <pc:sldMk cId="3046516450" sldId="264"/>
            <ac:spMk id="4" creationId="{E32177E4-F459-4397-A831-6317D5DF0EC9}"/>
          </ac:spMkLst>
        </pc:spChg>
        <pc:spChg chg="del">
          <ac:chgData name="oussama filani" userId="ba535be18530bddb" providerId="Windows Live" clId="Web-{C0198CF2-4F89-4C1B-ADD7-423A17A24B0F}" dt="2021-08-17T03:55:25.815" v="126"/>
          <ac:spMkLst>
            <pc:docMk/>
            <pc:sldMk cId="3046516450" sldId="264"/>
            <ac:spMk id="7" creationId="{1259A422-0023-4292-8200-E080556F30F9}"/>
          </ac:spMkLst>
        </pc:spChg>
        <pc:spChg chg="del">
          <ac:chgData name="oussama filani" userId="ba535be18530bddb" providerId="Windows Live" clId="Web-{C0198CF2-4F89-4C1B-ADD7-423A17A24B0F}" dt="2021-08-17T03:55:25.815" v="126"/>
          <ac:spMkLst>
            <pc:docMk/>
            <pc:sldMk cId="3046516450" sldId="264"/>
            <ac:spMk id="9" creationId="{A2413CA5-4739-4BC9-8BB3-B0A4928D314F}"/>
          </ac:spMkLst>
        </pc:spChg>
        <pc:spChg chg="add">
          <ac:chgData name="oussama filani" userId="ba535be18530bddb" providerId="Windows Live" clId="Web-{C0198CF2-4F89-4C1B-ADD7-423A17A24B0F}" dt="2021-08-17T03:55:25.815" v="126"/>
          <ac:spMkLst>
            <pc:docMk/>
            <pc:sldMk cId="3046516450" sldId="264"/>
            <ac:spMk id="14" creationId="{587D26DA-9773-4A0E-B213-DDF20A1F1F27}"/>
          </ac:spMkLst>
        </pc:spChg>
        <pc:picChg chg="del">
          <ac:chgData name="oussama filani" userId="ba535be18530bddb" providerId="Windows Live" clId="Web-{C0198CF2-4F89-4C1B-ADD7-423A17A24B0F}" dt="2021-08-17T03:53:39.220" v="118"/>
          <ac:picMkLst>
            <pc:docMk/>
            <pc:sldMk cId="3046516450" sldId="264"/>
            <ac:picMk id="2" creationId="{2A923825-C6A8-4C98-B83A-D86B23648FA4}"/>
          </ac:picMkLst>
        </pc:picChg>
        <pc:picChg chg="add mod ord">
          <ac:chgData name="oussama filani" userId="ba535be18530bddb" providerId="Windows Live" clId="Web-{C0198CF2-4F89-4C1B-ADD7-423A17A24B0F}" dt="2021-08-17T03:56:05.159" v="133" actId="14100"/>
          <ac:picMkLst>
            <pc:docMk/>
            <pc:sldMk cId="3046516450" sldId="264"/>
            <ac:picMk id="5" creationId="{22A39998-0D8F-46A8-AD5E-CFD1A8A6183B}"/>
          </ac:picMkLst>
        </pc:picChg>
      </pc:sldChg>
      <pc:sldChg chg="del">
        <pc:chgData name="oussama filani" userId="ba535be18530bddb" providerId="Windows Live" clId="Web-{C0198CF2-4F89-4C1B-ADD7-423A17A24B0F}" dt="2021-08-17T07:23:11.230" v="164"/>
        <pc:sldMkLst>
          <pc:docMk/>
          <pc:sldMk cId="520513498" sldId="265"/>
        </pc:sldMkLst>
      </pc:sldChg>
      <pc:sldChg chg="del">
        <pc:chgData name="oussama filani" userId="ba535be18530bddb" providerId="Windows Live" clId="Web-{C0198CF2-4F89-4C1B-ADD7-423A17A24B0F}" dt="2021-08-17T08:57:58.141" v="178"/>
        <pc:sldMkLst>
          <pc:docMk/>
          <pc:sldMk cId="4286643117" sldId="266"/>
        </pc:sldMkLst>
      </pc:sldChg>
      <pc:sldChg chg="addSp delSp modSp ord">
        <pc:chgData name="oussama filani" userId="ba535be18530bddb" providerId="Windows Live" clId="Web-{C0198CF2-4F89-4C1B-ADD7-423A17A24B0F}" dt="2021-08-17T08:53:35.917" v="168" actId="20577"/>
        <pc:sldMkLst>
          <pc:docMk/>
          <pc:sldMk cId="3217889801" sldId="267"/>
        </pc:sldMkLst>
        <pc:spChg chg="mod">
          <ac:chgData name="oussama filani" userId="ba535be18530bddb" providerId="Windows Live" clId="Web-{C0198CF2-4F89-4C1B-ADD7-423A17A24B0F}" dt="2021-08-17T08:53:35.917" v="168" actId="20577"/>
          <ac:spMkLst>
            <pc:docMk/>
            <pc:sldMk cId="3217889801" sldId="267"/>
            <ac:spMk id="2" creationId="{BFB7DDC3-22A6-43D6-819C-87B47531EBA8}"/>
          </ac:spMkLst>
        </pc:spChg>
        <pc:spChg chg="add del">
          <ac:chgData name="oussama filani" userId="ba535be18530bddb" providerId="Windows Live" clId="Web-{C0198CF2-4F89-4C1B-ADD7-423A17A24B0F}" dt="2021-08-17T03:53:26.589" v="117"/>
          <ac:spMkLst>
            <pc:docMk/>
            <pc:sldMk cId="3217889801" sldId="267"/>
            <ac:spMk id="3" creationId="{DC29F6BB-4DED-4C7A-AB57-3F4CF16F1BAD}"/>
          </ac:spMkLst>
        </pc:spChg>
        <pc:spChg chg="del">
          <ac:chgData name="oussama filani" userId="ba535be18530bddb" providerId="Windows Live" clId="Web-{C0198CF2-4F89-4C1B-ADD7-423A17A24B0F}" dt="2021-08-17T03:53:24.011" v="115"/>
          <ac:spMkLst>
            <pc:docMk/>
            <pc:sldMk cId="3217889801" sldId="267"/>
            <ac:spMk id="5" creationId="{1CA5DB90-6C7C-498D-898B-DC546AC32030}"/>
          </ac:spMkLst>
        </pc:spChg>
      </pc:sldChg>
      <pc:sldChg chg="del">
        <pc:chgData name="oussama filani" userId="ba535be18530bddb" providerId="Windows Live" clId="Web-{C0198CF2-4F89-4C1B-ADD7-423A17A24B0F}" dt="2021-08-17T07:23:16.011" v="166"/>
        <pc:sldMkLst>
          <pc:docMk/>
          <pc:sldMk cId="3981606510" sldId="268"/>
        </pc:sldMkLst>
      </pc:sldChg>
      <pc:sldChg chg="addSp delSp modSp ord">
        <pc:chgData name="oussama filani" userId="ba535be18530bddb" providerId="Windows Live" clId="Web-{C0198CF2-4F89-4C1B-ADD7-423A17A24B0F}" dt="2021-08-17T08:55:17.450" v="175"/>
        <pc:sldMkLst>
          <pc:docMk/>
          <pc:sldMk cId="3305751927" sldId="269"/>
        </pc:sldMkLst>
        <pc:spChg chg="mod">
          <ac:chgData name="oussama filani" userId="ba535be18530bddb" providerId="Windows Live" clId="Web-{C0198CF2-4F89-4C1B-ADD7-423A17A24B0F}" dt="2021-08-17T08:55:10.715" v="173" actId="20577"/>
          <ac:spMkLst>
            <pc:docMk/>
            <pc:sldMk cId="3305751927" sldId="269"/>
            <ac:spMk id="2" creationId="{BFB7DDC3-22A6-43D6-819C-87B47531EBA8}"/>
          </ac:spMkLst>
        </pc:spChg>
        <pc:spChg chg="add del">
          <ac:chgData name="oussama filani" userId="ba535be18530bddb" providerId="Windows Live" clId="Web-{C0198CF2-4F89-4C1B-ADD7-423A17A24B0F}" dt="2021-08-17T08:55:17.450" v="175"/>
          <ac:spMkLst>
            <pc:docMk/>
            <pc:sldMk cId="3305751927" sldId="269"/>
            <ac:spMk id="3" creationId="{5F231F61-AB78-4CDD-9352-112DEE5A4E4B}"/>
          </ac:spMkLst>
        </pc:spChg>
        <pc:spChg chg="del">
          <ac:chgData name="oussama filani" userId="ba535be18530bddb" providerId="Windows Live" clId="Web-{C0198CF2-4F89-4C1B-ADD7-423A17A24B0F}" dt="2021-08-17T08:55:09.419" v="172"/>
          <ac:spMkLst>
            <pc:docMk/>
            <pc:sldMk cId="3305751927" sldId="269"/>
            <ac:spMk id="5" creationId="{1CA5DB90-6C7C-498D-898B-DC546AC32030}"/>
          </ac:spMkLst>
        </pc:spChg>
      </pc:sldChg>
      <pc:sldChg chg="addSp delSp modSp add replId">
        <pc:chgData name="oussama filani" userId="ba535be18530bddb" providerId="Windows Live" clId="Web-{C0198CF2-4F89-4C1B-ADD7-423A17A24B0F}" dt="2021-08-17T03:56:37.222" v="138"/>
        <pc:sldMkLst>
          <pc:docMk/>
          <pc:sldMk cId="1242613453" sldId="270"/>
        </pc:sldMkLst>
        <pc:spChg chg="del">
          <ac:chgData name="oussama filani" userId="ba535be18530bddb" providerId="Windows Live" clId="Web-{C0198CF2-4F89-4C1B-ADD7-423A17A24B0F}" dt="2021-08-17T03:56:37.222" v="138"/>
          <ac:spMkLst>
            <pc:docMk/>
            <pc:sldMk cId="1242613453" sldId="270"/>
            <ac:spMk id="7" creationId="{1259A422-0023-4292-8200-E080556F30F9}"/>
          </ac:spMkLst>
        </pc:spChg>
        <pc:spChg chg="del">
          <ac:chgData name="oussama filani" userId="ba535be18530bddb" providerId="Windows Live" clId="Web-{C0198CF2-4F89-4C1B-ADD7-423A17A24B0F}" dt="2021-08-17T03:56:37.222" v="138"/>
          <ac:spMkLst>
            <pc:docMk/>
            <pc:sldMk cId="1242613453" sldId="270"/>
            <ac:spMk id="9" creationId="{A2413CA5-4739-4BC9-8BB3-B0A4928D314F}"/>
          </ac:spMkLst>
        </pc:spChg>
        <pc:spChg chg="add">
          <ac:chgData name="oussama filani" userId="ba535be18530bddb" providerId="Windows Live" clId="Web-{C0198CF2-4F89-4C1B-ADD7-423A17A24B0F}" dt="2021-08-17T03:56:37.222" v="138"/>
          <ac:spMkLst>
            <pc:docMk/>
            <pc:sldMk cId="1242613453" sldId="270"/>
            <ac:spMk id="14" creationId="{587D26DA-9773-4A0E-B213-DDF20A1F1F27}"/>
          </ac:spMkLst>
        </pc:spChg>
        <pc:picChg chg="add mod">
          <ac:chgData name="oussama filani" userId="ba535be18530bddb" providerId="Windows Live" clId="Web-{C0198CF2-4F89-4C1B-ADD7-423A17A24B0F}" dt="2021-08-17T03:56:37.222" v="138"/>
          <ac:picMkLst>
            <pc:docMk/>
            <pc:sldMk cId="1242613453" sldId="270"/>
            <ac:picMk id="2" creationId="{9A5C911A-942E-4E8C-8F19-1A81A0609EFC}"/>
          </ac:picMkLst>
        </pc:picChg>
      </pc:sldChg>
      <pc:sldChg chg="addSp delSp modSp add replId">
        <pc:chgData name="oussama filani" userId="ba535be18530bddb" providerId="Windows Live" clId="Web-{C0198CF2-4F89-4C1B-ADD7-423A17A24B0F}" dt="2021-08-17T03:58:33.659" v="146" actId="14100"/>
        <pc:sldMkLst>
          <pc:docMk/>
          <pc:sldMk cId="3833049771" sldId="271"/>
        </pc:sldMkLst>
        <pc:spChg chg="add del">
          <ac:chgData name="oussama filani" userId="ba535be18530bddb" providerId="Windows Live" clId="Web-{C0198CF2-4F89-4C1B-ADD7-423A17A24B0F}" dt="2021-08-17T03:57:50.559" v="140"/>
          <ac:spMkLst>
            <pc:docMk/>
            <pc:sldMk cId="3833049771" sldId="271"/>
            <ac:spMk id="2" creationId="{9D784452-2DE5-4F41-9C37-158E3CE0DA49}"/>
          </ac:spMkLst>
        </pc:spChg>
        <pc:spChg chg="del">
          <ac:chgData name="oussama filani" userId="ba535be18530bddb" providerId="Windows Live" clId="Web-{C0198CF2-4F89-4C1B-ADD7-423A17A24B0F}" dt="2021-08-17T03:58:16.096" v="144"/>
          <ac:spMkLst>
            <pc:docMk/>
            <pc:sldMk cId="3833049771" sldId="271"/>
            <ac:spMk id="7" creationId="{1259A422-0023-4292-8200-E080556F30F9}"/>
          </ac:spMkLst>
        </pc:spChg>
        <pc:spChg chg="del">
          <ac:chgData name="oussama filani" userId="ba535be18530bddb" providerId="Windows Live" clId="Web-{C0198CF2-4F89-4C1B-ADD7-423A17A24B0F}" dt="2021-08-17T03:58:16.096" v="144"/>
          <ac:spMkLst>
            <pc:docMk/>
            <pc:sldMk cId="3833049771" sldId="271"/>
            <ac:spMk id="9" creationId="{A2413CA5-4739-4BC9-8BB3-B0A4928D314F}"/>
          </ac:spMkLst>
        </pc:spChg>
        <pc:spChg chg="add">
          <ac:chgData name="oussama filani" userId="ba535be18530bddb" providerId="Windows Live" clId="Web-{C0198CF2-4F89-4C1B-ADD7-423A17A24B0F}" dt="2021-08-17T03:58:16.096" v="144"/>
          <ac:spMkLst>
            <pc:docMk/>
            <pc:sldMk cId="3833049771" sldId="271"/>
            <ac:spMk id="14" creationId="{587D26DA-9773-4A0E-B213-DDF20A1F1F27}"/>
          </ac:spMkLst>
        </pc:spChg>
        <pc:picChg chg="add del mod">
          <ac:chgData name="oussama filani" userId="ba535be18530bddb" providerId="Windows Live" clId="Web-{C0198CF2-4F89-4C1B-ADD7-423A17A24B0F}" dt="2021-08-17T03:58:00.549" v="142"/>
          <ac:picMkLst>
            <pc:docMk/>
            <pc:sldMk cId="3833049771" sldId="271"/>
            <ac:picMk id="3" creationId="{98D3806E-3587-461C-9477-AEE6ABA8262A}"/>
          </ac:picMkLst>
        </pc:picChg>
        <pc:picChg chg="add mod">
          <ac:chgData name="oussama filani" userId="ba535be18530bddb" providerId="Windows Live" clId="Web-{C0198CF2-4F89-4C1B-ADD7-423A17A24B0F}" dt="2021-08-17T03:58:33.659" v="146" actId="14100"/>
          <ac:picMkLst>
            <pc:docMk/>
            <pc:sldMk cId="3833049771" sldId="271"/>
            <ac:picMk id="4" creationId="{8DB73A1F-2ABF-4688-A332-403F4629F1E2}"/>
          </ac:picMkLst>
        </pc:picChg>
      </pc:sldChg>
      <pc:sldChg chg="modSp add replId">
        <pc:chgData name="oussama filani" userId="ba535be18530bddb" providerId="Windows Live" clId="Web-{C0198CF2-4F89-4C1B-ADD7-423A17A24B0F}" dt="2021-08-17T06:26:00.825" v="160" actId="20577"/>
        <pc:sldMkLst>
          <pc:docMk/>
          <pc:sldMk cId="1671997536" sldId="272"/>
        </pc:sldMkLst>
        <pc:spChg chg="mod">
          <ac:chgData name="oussama filani" userId="ba535be18530bddb" providerId="Windows Live" clId="Web-{C0198CF2-4F89-4C1B-ADD7-423A17A24B0F}" dt="2021-08-17T06:26:00.825" v="160" actId="20577"/>
          <ac:spMkLst>
            <pc:docMk/>
            <pc:sldMk cId="1671997536" sldId="272"/>
            <ac:spMk id="5" creationId="{1CA5DB90-6C7C-498D-898B-DC546AC32030}"/>
          </ac:spMkLst>
        </pc:spChg>
        <pc:spChg chg="mod">
          <ac:chgData name="oussama filani" userId="ba535be18530bddb" providerId="Windows Live" clId="Web-{C0198CF2-4F89-4C1B-ADD7-423A17A24B0F}" dt="2021-08-17T06:25:21.229" v="154" actId="20577"/>
          <ac:spMkLst>
            <pc:docMk/>
            <pc:sldMk cId="1671997536" sldId="272"/>
            <ac:spMk id="6" creationId="{59E5980D-2C21-4B32-942F-EFDEF0C51349}"/>
          </ac:spMkLst>
        </pc:spChg>
      </pc:sldChg>
      <pc:sldChg chg="modSp add ord replId">
        <pc:chgData name="oussama filani" userId="ba535be18530bddb" providerId="Windows Live" clId="Web-{C0198CF2-4F89-4C1B-ADD7-423A17A24B0F}" dt="2021-08-17T09:18:38.868" v="193" actId="20577"/>
        <pc:sldMkLst>
          <pc:docMk/>
          <pc:sldMk cId="1136821256" sldId="273"/>
        </pc:sldMkLst>
        <pc:spChg chg="mod">
          <ac:chgData name="oussama filani" userId="ba535be18530bddb" providerId="Windows Live" clId="Web-{C0198CF2-4F89-4C1B-ADD7-423A17A24B0F}" dt="2021-08-17T09:02:24.161" v="192" actId="20577"/>
          <ac:spMkLst>
            <pc:docMk/>
            <pc:sldMk cId="1136821256" sldId="273"/>
            <ac:spMk id="5" creationId="{1CA5DB90-6C7C-498D-898B-DC546AC32030}"/>
          </ac:spMkLst>
        </pc:spChg>
        <pc:spChg chg="mod">
          <ac:chgData name="oussama filani" userId="ba535be18530bddb" providerId="Windows Live" clId="Web-{C0198CF2-4F89-4C1B-ADD7-423A17A24B0F}" dt="2021-08-17T08:58:18.625" v="180" actId="20577"/>
          <ac:spMkLst>
            <pc:docMk/>
            <pc:sldMk cId="1136821256" sldId="273"/>
            <ac:spMk id="6" creationId="{59E5980D-2C21-4B32-942F-EFDEF0C51349}"/>
          </ac:spMkLst>
        </pc:spChg>
        <pc:spChg chg="mod">
          <ac:chgData name="oussama filani" userId="ba535be18530bddb" providerId="Windows Live" clId="Web-{C0198CF2-4F89-4C1B-ADD7-423A17A24B0F}" dt="2021-08-17T09:18:38.868" v="193" actId="20577"/>
          <ac:spMkLst>
            <pc:docMk/>
            <pc:sldMk cId="1136821256" sldId="273"/>
            <ac:spMk id="30" creationId="{F92989FB-1024-49B7-BDF1-B3CE27D48623}"/>
          </ac:spMkLst>
        </pc:spChg>
      </pc:sldChg>
    </pc:docChg>
  </pc:docChgLst>
  <pc:docChgLst>
    <pc:chgData name="oussama filani" userId="ba535be18530bddb" providerId="Windows Live" clId="Web-{5C7D007A-E614-4338-8868-064EB3D051B6}"/>
    <pc:docChg chg="addSld modSld addMainMaster delMainMaster">
      <pc:chgData name="oussama filani" userId="ba535be18530bddb" providerId="Windows Live" clId="Web-{5C7D007A-E614-4338-8868-064EB3D051B6}" dt="2021-05-04T04:41:47.024" v="73"/>
      <pc:docMkLst>
        <pc:docMk/>
      </pc:docMkLst>
      <pc:sldChg chg="addSp modSp mod setBg modClrScheme setClrOvrMap chgLayout">
        <pc:chgData name="oussama filani" userId="ba535be18530bddb" providerId="Windows Live" clId="Web-{5C7D007A-E614-4338-8868-064EB3D051B6}" dt="2021-05-04T04:32:24.051" v="5" actId="20577"/>
        <pc:sldMkLst>
          <pc:docMk/>
          <pc:sldMk cId="2299734367" sldId="256"/>
        </pc:sldMkLst>
        <pc:spChg chg="mod">
          <ac:chgData name="oussama filani" userId="ba535be18530bddb" providerId="Windows Live" clId="Web-{5C7D007A-E614-4338-8868-064EB3D051B6}" dt="2021-05-04T04:32:24.051" v="5" actId="20577"/>
          <ac:spMkLst>
            <pc:docMk/>
            <pc:sldMk cId="2299734367" sldId="256"/>
            <ac:spMk id="2" creationId="{00000000-0000-0000-0000-000000000000}"/>
          </ac:spMkLst>
        </pc:spChg>
        <pc:spChg chg="mod">
          <ac:chgData name="oussama filani" userId="ba535be18530bddb" providerId="Windows Live" clId="Web-{5C7D007A-E614-4338-8868-064EB3D051B6}" dt="2021-05-04T04:31:00.846" v="4"/>
          <ac:spMkLst>
            <pc:docMk/>
            <pc:sldMk cId="2299734367" sldId="256"/>
            <ac:spMk id="3" creationId="{00000000-0000-0000-0000-000000000000}"/>
          </ac:spMkLst>
        </pc:spChg>
        <pc:spChg chg="add">
          <ac:chgData name="oussama filani" userId="ba535be18530bddb" providerId="Windows Live" clId="Web-{5C7D007A-E614-4338-8868-064EB3D051B6}" dt="2021-05-04T04:31:00.846" v="4"/>
          <ac:spMkLst>
            <pc:docMk/>
            <pc:sldMk cId="2299734367" sldId="256"/>
            <ac:spMk id="8" creationId="{8E019540-1104-4B12-9F83-45F58674186F}"/>
          </ac:spMkLst>
        </pc:spChg>
        <pc:spChg chg="add">
          <ac:chgData name="oussama filani" userId="ba535be18530bddb" providerId="Windows Live" clId="Web-{5C7D007A-E614-4338-8868-064EB3D051B6}" dt="2021-05-04T04:31:00.846" v="4"/>
          <ac:spMkLst>
            <pc:docMk/>
            <pc:sldMk cId="2299734367" sldId="256"/>
            <ac:spMk id="10" creationId="{3580CFD6-E44A-486A-9E73-D8D948F78A34}"/>
          </ac:spMkLst>
        </pc:spChg>
      </pc:sldChg>
      <pc:sldChg chg="addSp delSp modSp new mod setBg setClrOvrMap">
        <pc:chgData name="oussama filani" userId="ba535be18530bddb" providerId="Windows Live" clId="Web-{5C7D007A-E614-4338-8868-064EB3D051B6}" dt="2021-05-04T04:41:47.024" v="73"/>
        <pc:sldMkLst>
          <pc:docMk/>
          <pc:sldMk cId="1408377779" sldId="257"/>
        </pc:sldMkLst>
        <pc:spChg chg="mod">
          <ac:chgData name="oussama filani" userId="ba535be18530bddb" providerId="Windows Live" clId="Web-{5C7D007A-E614-4338-8868-064EB3D051B6}" dt="2021-05-04T04:41:47.024" v="73"/>
          <ac:spMkLst>
            <pc:docMk/>
            <pc:sldMk cId="1408377779" sldId="257"/>
            <ac:spMk id="2" creationId="{8D87436B-EEAF-490A-9E97-0A8DD6A39486}"/>
          </ac:spMkLst>
        </pc:spChg>
        <pc:spChg chg="mod">
          <ac:chgData name="oussama filani" userId="ba535be18530bddb" providerId="Windows Live" clId="Web-{5C7D007A-E614-4338-8868-064EB3D051B6}" dt="2021-05-04T04:41:47.024" v="73"/>
          <ac:spMkLst>
            <pc:docMk/>
            <pc:sldMk cId="1408377779" sldId="257"/>
            <ac:spMk id="3" creationId="{586F839D-001C-4DA3-BDAD-00F0822548F3}"/>
          </ac:spMkLst>
        </pc:spChg>
        <pc:spChg chg="add del mod">
          <ac:chgData name="oussama filani" userId="ba535be18530bddb" providerId="Windows Live" clId="Web-{5C7D007A-E614-4338-8868-064EB3D051B6}" dt="2021-05-04T04:35:34.009" v="26"/>
          <ac:spMkLst>
            <pc:docMk/>
            <pc:sldMk cId="1408377779" sldId="257"/>
            <ac:spMk id="5" creationId="{8F4A5BD2-8512-4960-AED1-0C13079F6E1F}"/>
          </ac:spMkLst>
        </pc:spChg>
        <pc:spChg chg="add">
          <ac:chgData name="oussama filani" userId="ba535be18530bddb" providerId="Windows Live" clId="Web-{5C7D007A-E614-4338-8868-064EB3D051B6}" dt="2021-05-04T04:41:47.024" v="73"/>
          <ac:spMkLst>
            <pc:docMk/>
            <pc:sldMk cId="1408377779" sldId="257"/>
            <ac:spMk id="8" creationId="{9B6B47BF-F3D0-4678-9B20-DA45E1BCAD6C}"/>
          </ac:spMkLst>
        </pc:spChg>
        <pc:spChg chg="add">
          <ac:chgData name="oussama filani" userId="ba535be18530bddb" providerId="Windows Live" clId="Web-{5C7D007A-E614-4338-8868-064EB3D051B6}" dt="2021-05-04T04:41:47.024" v="73"/>
          <ac:spMkLst>
            <pc:docMk/>
            <pc:sldMk cId="1408377779" sldId="257"/>
            <ac:spMk id="10" creationId="{19334917-3673-4EF2-BA7C-CC83AEEEAE37}"/>
          </ac:spMkLst>
        </pc:spChg>
        <pc:spChg chg="add">
          <ac:chgData name="oussama filani" userId="ba535be18530bddb" providerId="Windows Live" clId="Web-{5C7D007A-E614-4338-8868-064EB3D051B6}" dt="2021-05-04T04:41:47.024" v="73"/>
          <ac:spMkLst>
            <pc:docMk/>
            <pc:sldMk cId="1408377779" sldId="257"/>
            <ac:spMk id="12" creationId="{E1589AE1-C0FC-4B66-9C0D-9EB92F40F440}"/>
          </ac:spMkLst>
        </pc:spChg>
        <pc:picChg chg="add del mod">
          <ac:chgData name="oussama filani" userId="ba535be18530bddb" providerId="Windows Live" clId="Web-{5C7D007A-E614-4338-8868-064EB3D051B6}" dt="2021-05-04T04:35:34.025" v="27"/>
          <ac:picMkLst>
            <pc:docMk/>
            <pc:sldMk cId="1408377779" sldId="257"/>
            <ac:picMk id="4" creationId="{2458E9A9-8B59-4CD3-874E-CC64FACFC254}"/>
          </ac:picMkLst>
        </pc:picChg>
      </pc:sldChg>
      <pc:sldMasterChg chg="del delSldLayout">
        <pc:chgData name="oussama filani" userId="ba535be18530bddb" providerId="Windows Live" clId="Web-{5C7D007A-E614-4338-8868-064EB3D051B6}" dt="2021-05-04T04:31:00.846" v="4"/>
        <pc:sldMasterMkLst>
          <pc:docMk/>
          <pc:sldMasterMk cId="0" sldId="2147483648"/>
        </pc:sldMasterMkLst>
        <pc:sldLayoutChg chg="del">
          <pc:chgData name="oussama filani" userId="ba535be18530bddb" providerId="Windows Live" clId="Web-{5C7D007A-E614-4338-8868-064EB3D051B6}" dt="2021-05-04T04:31:00.846" v="4"/>
          <pc:sldLayoutMkLst>
            <pc:docMk/>
            <pc:sldMasterMk cId="0" sldId="2147483648"/>
            <pc:sldLayoutMk cId="0" sldId="2147483649"/>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50"/>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51"/>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52"/>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53"/>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54"/>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55"/>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56"/>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58"/>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59"/>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61"/>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62"/>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64"/>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67"/>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68"/>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69"/>
          </pc:sldLayoutMkLst>
        </pc:sldLayoutChg>
        <pc:sldLayoutChg chg="del">
          <pc:chgData name="oussama filani" userId="ba535be18530bddb" providerId="Windows Live" clId="Web-{5C7D007A-E614-4338-8868-064EB3D051B6}" dt="2021-05-04T04:31:00.846" v="4"/>
          <pc:sldLayoutMkLst>
            <pc:docMk/>
            <pc:sldMasterMk cId="0" sldId="2147483648"/>
            <pc:sldLayoutMk cId="0" sldId="2147483670"/>
          </pc:sldLayoutMkLst>
        </pc:sldLayoutChg>
      </pc:sldMasterChg>
      <pc:sldMasterChg chg="add addSldLayout">
        <pc:chgData name="oussama filani" userId="ba535be18530bddb" providerId="Windows Live" clId="Web-{5C7D007A-E614-4338-8868-064EB3D051B6}" dt="2021-05-04T04:31:00.846" v="4"/>
        <pc:sldMasterMkLst>
          <pc:docMk/>
          <pc:sldMasterMk cId="1882799137" sldId="2147483673"/>
        </pc:sldMasterMkLst>
        <pc:sldLayoutChg chg="add">
          <pc:chgData name="oussama filani" userId="ba535be18530bddb" providerId="Windows Live" clId="Web-{5C7D007A-E614-4338-8868-064EB3D051B6}" dt="2021-05-04T04:31:00.846" v="4"/>
          <pc:sldLayoutMkLst>
            <pc:docMk/>
            <pc:sldMasterMk cId="1882799137" sldId="2147483673"/>
            <pc:sldLayoutMk cId="3689910940" sldId="2147483663"/>
          </pc:sldLayoutMkLst>
        </pc:sldLayoutChg>
        <pc:sldLayoutChg chg="add">
          <pc:chgData name="oussama filani" userId="ba535be18530bddb" providerId="Windows Live" clId="Web-{5C7D007A-E614-4338-8868-064EB3D051B6}" dt="2021-05-04T04:31:00.846" v="4"/>
          <pc:sldLayoutMkLst>
            <pc:docMk/>
            <pc:sldMasterMk cId="1882799137" sldId="2147483673"/>
            <pc:sldLayoutMk cId="383778736" sldId="2147483665"/>
          </pc:sldLayoutMkLst>
        </pc:sldLayoutChg>
        <pc:sldLayoutChg chg="add">
          <pc:chgData name="oussama filani" userId="ba535be18530bddb" providerId="Windows Live" clId="Web-{5C7D007A-E614-4338-8868-064EB3D051B6}" dt="2021-05-04T04:31:00.846" v="4"/>
          <pc:sldLayoutMkLst>
            <pc:docMk/>
            <pc:sldMasterMk cId="1882799137" sldId="2147483673"/>
            <pc:sldLayoutMk cId="1082838023" sldId="2147483666"/>
          </pc:sldLayoutMkLst>
        </pc:sldLayoutChg>
        <pc:sldLayoutChg chg="add">
          <pc:chgData name="oussama filani" userId="ba535be18530bddb" providerId="Windows Live" clId="Web-{5C7D007A-E614-4338-8868-064EB3D051B6}" dt="2021-05-04T04:31:00.846" v="4"/>
          <pc:sldLayoutMkLst>
            <pc:docMk/>
            <pc:sldMasterMk cId="1882799137" sldId="2147483673"/>
            <pc:sldLayoutMk cId="2016237261" sldId="2147483671"/>
          </pc:sldLayoutMkLst>
        </pc:sldLayoutChg>
        <pc:sldLayoutChg chg="add">
          <pc:chgData name="oussama filani" userId="ba535be18530bddb" providerId="Windows Live" clId="Web-{5C7D007A-E614-4338-8868-064EB3D051B6}" dt="2021-05-04T04:31:00.846" v="4"/>
          <pc:sldLayoutMkLst>
            <pc:docMk/>
            <pc:sldMasterMk cId="1882799137" sldId="2147483673"/>
            <pc:sldLayoutMk cId="1167009779" sldId="2147483672"/>
          </pc:sldLayoutMkLst>
        </pc:sldLayoutChg>
        <pc:sldLayoutChg chg="add replId">
          <pc:chgData name="oussama filani" userId="ba535be18530bddb" providerId="Windows Live" clId="Web-{5C7D007A-E614-4338-8868-064EB3D051B6}" dt="2021-05-04T04:31:00.846" v="4"/>
          <pc:sldLayoutMkLst>
            <pc:docMk/>
            <pc:sldMasterMk cId="1882799137" sldId="2147483673"/>
            <pc:sldLayoutMk cId="542456592" sldId="2147483674"/>
          </pc:sldLayoutMkLst>
        </pc:sldLayoutChg>
        <pc:sldLayoutChg chg="add replId">
          <pc:chgData name="oussama filani" userId="ba535be18530bddb" providerId="Windows Live" clId="Web-{5C7D007A-E614-4338-8868-064EB3D051B6}" dt="2021-05-04T04:31:00.846" v="4"/>
          <pc:sldLayoutMkLst>
            <pc:docMk/>
            <pc:sldMasterMk cId="1882799137" sldId="2147483673"/>
            <pc:sldLayoutMk cId="2152343888" sldId="2147483675"/>
          </pc:sldLayoutMkLst>
        </pc:sldLayoutChg>
        <pc:sldLayoutChg chg="add replId">
          <pc:chgData name="oussama filani" userId="ba535be18530bddb" providerId="Windows Live" clId="Web-{5C7D007A-E614-4338-8868-064EB3D051B6}" dt="2021-05-04T04:31:00.846" v="4"/>
          <pc:sldLayoutMkLst>
            <pc:docMk/>
            <pc:sldMasterMk cId="1882799137" sldId="2147483673"/>
            <pc:sldLayoutMk cId="2067833389" sldId="2147483676"/>
          </pc:sldLayoutMkLst>
        </pc:sldLayoutChg>
        <pc:sldLayoutChg chg="add replId">
          <pc:chgData name="oussama filani" userId="ba535be18530bddb" providerId="Windows Live" clId="Web-{5C7D007A-E614-4338-8868-064EB3D051B6}" dt="2021-05-04T04:31:00.846" v="4"/>
          <pc:sldLayoutMkLst>
            <pc:docMk/>
            <pc:sldMasterMk cId="1882799137" sldId="2147483673"/>
            <pc:sldLayoutMk cId="3699448858" sldId="2147483677"/>
          </pc:sldLayoutMkLst>
        </pc:sldLayoutChg>
        <pc:sldLayoutChg chg="add replId">
          <pc:chgData name="oussama filani" userId="ba535be18530bddb" providerId="Windows Live" clId="Web-{5C7D007A-E614-4338-8868-064EB3D051B6}" dt="2021-05-04T04:31:00.846" v="4"/>
          <pc:sldLayoutMkLst>
            <pc:docMk/>
            <pc:sldMasterMk cId="1882799137" sldId="2147483673"/>
            <pc:sldLayoutMk cId="2396471847" sldId="2147483678"/>
          </pc:sldLayoutMkLst>
        </pc:sldLayoutChg>
        <pc:sldLayoutChg chg="add replId">
          <pc:chgData name="oussama filani" userId="ba535be18530bddb" providerId="Windows Live" clId="Web-{5C7D007A-E614-4338-8868-064EB3D051B6}" dt="2021-05-04T04:31:00.846" v="4"/>
          <pc:sldLayoutMkLst>
            <pc:docMk/>
            <pc:sldMasterMk cId="1882799137" sldId="2147483673"/>
            <pc:sldLayoutMk cId="889216328" sldId="214748367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28DE2F-545D-42F2-8C9D-FD8DC467D40E}"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E09F4874-2930-4823-92A4-882BC8875276}">
      <dgm:prSet/>
      <dgm:spPr/>
      <dgm:t>
        <a:bodyPr/>
        <a:lstStyle/>
        <a:p>
          <a:r>
            <a:rPr lang="en-US" dirty="0" err="1"/>
            <a:t>Problématique</a:t>
          </a:r>
        </a:p>
      </dgm:t>
    </dgm:pt>
    <dgm:pt modelId="{AF85AD00-C986-4869-ABF8-9703B87E4F23}" type="parTrans" cxnId="{7175D93A-D89D-4743-80D7-B230C267F99A}">
      <dgm:prSet/>
      <dgm:spPr/>
      <dgm:t>
        <a:bodyPr/>
        <a:lstStyle/>
        <a:p>
          <a:endParaRPr lang="en-US"/>
        </a:p>
      </dgm:t>
    </dgm:pt>
    <dgm:pt modelId="{6F7450B4-0ACA-42C8-B43E-00804864AE6B}" type="sibTrans" cxnId="{7175D93A-D89D-4743-80D7-B230C267F99A}">
      <dgm:prSet/>
      <dgm:spPr/>
      <dgm:t>
        <a:bodyPr/>
        <a:lstStyle/>
        <a:p>
          <a:endParaRPr lang="en-US"/>
        </a:p>
      </dgm:t>
    </dgm:pt>
    <dgm:pt modelId="{5CC8AC7A-CD73-4023-B97E-28EC67D427CD}">
      <dgm:prSet/>
      <dgm:spPr/>
      <dgm:t>
        <a:bodyPr/>
        <a:lstStyle/>
        <a:p>
          <a:r>
            <a:rPr lang="en-US" dirty="0" err="1"/>
            <a:t>choix</a:t>
          </a:r>
          <a:r>
            <a:rPr lang="en-US" dirty="0"/>
            <a:t> </a:t>
          </a:r>
          <a:r>
            <a:rPr lang="en-US" dirty="0" err="1"/>
            <a:t>technologique</a:t>
          </a:r>
        </a:p>
      </dgm:t>
    </dgm:pt>
    <dgm:pt modelId="{BD68729C-4AE5-4D45-BCF2-61156AD369F6}" type="parTrans" cxnId="{B953761E-7CC3-4EE6-A390-5CAF26BFD95B}">
      <dgm:prSet/>
      <dgm:spPr/>
      <dgm:t>
        <a:bodyPr/>
        <a:lstStyle/>
        <a:p>
          <a:endParaRPr lang="en-US"/>
        </a:p>
      </dgm:t>
    </dgm:pt>
    <dgm:pt modelId="{B860E523-9188-4971-8CBC-3E238F00F932}" type="sibTrans" cxnId="{B953761E-7CC3-4EE6-A390-5CAF26BFD95B}">
      <dgm:prSet/>
      <dgm:spPr/>
      <dgm:t>
        <a:bodyPr/>
        <a:lstStyle/>
        <a:p>
          <a:endParaRPr lang="en-US"/>
        </a:p>
      </dgm:t>
    </dgm:pt>
    <dgm:pt modelId="{A12F460C-D334-4431-9501-3E5FC1F06DE2}">
      <dgm:prSet/>
      <dgm:spPr/>
      <dgm:t>
        <a:bodyPr/>
        <a:lstStyle/>
        <a:p>
          <a:r>
            <a:rPr lang="en-US" dirty="0"/>
            <a:t>Conception et </a:t>
          </a:r>
          <a:r>
            <a:rPr lang="en-US" dirty="0" err="1"/>
            <a:t>Modélisation</a:t>
          </a:r>
        </a:p>
      </dgm:t>
    </dgm:pt>
    <dgm:pt modelId="{82C58561-6745-432C-A34A-D5E00AA09695}" type="parTrans" cxnId="{9120AE83-95D6-4D59-9D44-F1309B41751F}">
      <dgm:prSet/>
      <dgm:spPr/>
      <dgm:t>
        <a:bodyPr/>
        <a:lstStyle/>
        <a:p>
          <a:endParaRPr lang="en-US"/>
        </a:p>
      </dgm:t>
    </dgm:pt>
    <dgm:pt modelId="{779F1558-4761-476C-9E60-F7B2293E9CE8}" type="sibTrans" cxnId="{9120AE83-95D6-4D59-9D44-F1309B41751F}">
      <dgm:prSet/>
      <dgm:spPr/>
      <dgm:t>
        <a:bodyPr/>
        <a:lstStyle/>
        <a:p>
          <a:endParaRPr lang="en-US"/>
        </a:p>
      </dgm:t>
    </dgm:pt>
    <dgm:pt modelId="{2E7B5424-5381-48C7-B328-A9282BA1FB12}">
      <dgm:prSet/>
      <dgm:spPr/>
      <dgm:t>
        <a:bodyPr/>
        <a:lstStyle/>
        <a:p>
          <a:r>
            <a:rPr lang="en-US" dirty="0" err="1"/>
            <a:t>Présentation</a:t>
          </a:r>
          <a:r>
            <a:rPr lang="en-US" dirty="0"/>
            <a:t> du Solution</a:t>
          </a:r>
        </a:p>
      </dgm:t>
    </dgm:pt>
    <dgm:pt modelId="{DCAF00EB-1D5F-4C93-B62C-C82705AA3985}" type="parTrans" cxnId="{B3C065E6-C1FE-4DB1-82AF-BD49D6785D2B}">
      <dgm:prSet/>
      <dgm:spPr/>
      <dgm:t>
        <a:bodyPr/>
        <a:lstStyle/>
        <a:p>
          <a:endParaRPr lang="en-US"/>
        </a:p>
      </dgm:t>
    </dgm:pt>
    <dgm:pt modelId="{398305F4-279D-4D51-BC12-EA068BA768F6}" type="sibTrans" cxnId="{B3C065E6-C1FE-4DB1-82AF-BD49D6785D2B}">
      <dgm:prSet/>
      <dgm:spPr/>
      <dgm:t>
        <a:bodyPr/>
        <a:lstStyle/>
        <a:p>
          <a:endParaRPr lang="en-US"/>
        </a:p>
      </dgm:t>
    </dgm:pt>
    <dgm:pt modelId="{E13D69C9-3FEC-44ED-8A68-B070853227DD}">
      <dgm:prSet/>
      <dgm:spPr/>
      <dgm:t>
        <a:bodyPr/>
        <a:lstStyle/>
        <a:p>
          <a:pPr rtl="0"/>
          <a:r>
            <a:rPr lang="en-US" dirty="0"/>
            <a:t>Conclusion et Perspectives</a:t>
          </a:r>
          <a:r>
            <a:rPr lang="en-US" dirty="0">
              <a:latin typeface="Avenir Next LT Pro" panose="020B0502020104020203"/>
            </a:rPr>
            <a:t> </a:t>
          </a:r>
          <a:endParaRPr lang="en-US" dirty="0"/>
        </a:p>
      </dgm:t>
    </dgm:pt>
    <dgm:pt modelId="{E3F08CAE-6454-4332-884E-F4C1634486A6}" type="parTrans" cxnId="{E832BD98-6544-415F-958C-BBC1F42CDFFB}">
      <dgm:prSet/>
      <dgm:spPr/>
      <dgm:t>
        <a:bodyPr/>
        <a:lstStyle/>
        <a:p>
          <a:endParaRPr lang="en-US"/>
        </a:p>
      </dgm:t>
    </dgm:pt>
    <dgm:pt modelId="{3A3F45D4-58F5-443C-B1E3-455E879C8280}" type="sibTrans" cxnId="{E832BD98-6544-415F-958C-BBC1F42CDFFB}">
      <dgm:prSet/>
      <dgm:spPr/>
      <dgm:t>
        <a:bodyPr/>
        <a:lstStyle/>
        <a:p>
          <a:endParaRPr lang="en-US"/>
        </a:p>
      </dgm:t>
    </dgm:pt>
    <dgm:pt modelId="{ED0A5EB3-1FBC-45C0-894B-C790939107CD}">
      <dgm:prSet phldr="0"/>
      <dgm:spPr/>
      <dgm:t>
        <a:bodyPr/>
        <a:lstStyle/>
        <a:p>
          <a:pPr rtl="0"/>
          <a:r>
            <a:rPr lang="en-US" b="1">
              <a:latin typeface="Times New Roman"/>
              <a:cs typeface="Times New Roman"/>
            </a:rPr>
            <a:t>Solution proposée</a:t>
          </a:r>
        </a:p>
      </dgm:t>
    </dgm:pt>
    <dgm:pt modelId="{E2AB5342-1EFE-4BF0-8B18-8FCE18C000E0}" type="parTrans" cxnId="{A82DD71A-0EC7-493D-947B-71CD22AB2445}">
      <dgm:prSet/>
      <dgm:spPr/>
    </dgm:pt>
    <dgm:pt modelId="{B278D9D2-105D-47F0-9B30-AB9D30CE14D7}" type="sibTrans" cxnId="{A82DD71A-0EC7-493D-947B-71CD22AB2445}">
      <dgm:prSet/>
      <dgm:spPr/>
    </dgm:pt>
    <dgm:pt modelId="{631D3346-4A64-438C-8125-64D42AE5F47E}" type="pres">
      <dgm:prSet presAssocID="{3C28DE2F-545D-42F2-8C9D-FD8DC467D40E}" presName="linear" presStyleCnt="0">
        <dgm:presLayoutVars>
          <dgm:animLvl val="lvl"/>
          <dgm:resizeHandles val="exact"/>
        </dgm:presLayoutVars>
      </dgm:prSet>
      <dgm:spPr/>
    </dgm:pt>
    <dgm:pt modelId="{E9727B4C-80D6-48E1-93E0-081A21F76741}" type="pres">
      <dgm:prSet presAssocID="{E09F4874-2930-4823-92A4-882BC8875276}" presName="parentText" presStyleLbl="node1" presStyleIdx="0" presStyleCnt="6">
        <dgm:presLayoutVars>
          <dgm:chMax val="0"/>
          <dgm:bulletEnabled val="1"/>
        </dgm:presLayoutVars>
      </dgm:prSet>
      <dgm:spPr/>
    </dgm:pt>
    <dgm:pt modelId="{EAEFCFB0-FA42-4F1D-BBF0-90A1D63A9288}" type="pres">
      <dgm:prSet presAssocID="{6F7450B4-0ACA-42C8-B43E-00804864AE6B}" presName="spacer" presStyleCnt="0"/>
      <dgm:spPr/>
    </dgm:pt>
    <dgm:pt modelId="{7ED68FC2-320A-4F55-BB29-C61D20167367}" type="pres">
      <dgm:prSet presAssocID="{ED0A5EB3-1FBC-45C0-894B-C790939107CD}" presName="parentText" presStyleLbl="node1" presStyleIdx="1" presStyleCnt="6">
        <dgm:presLayoutVars>
          <dgm:chMax val="0"/>
          <dgm:bulletEnabled val="1"/>
        </dgm:presLayoutVars>
      </dgm:prSet>
      <dgm:spPr/>
    </dgm:pt>
    <dgm:pt modelId="{1AB0B400-76C1-4CAE-80F0-E50731A4DA06}" type="pres">
      <dgm:prSet presAssocID="{B278D9D2-105D-47F0-9B30-AB9D30CE14D7}" presName="spacer" presStyleCnt="0"/>
      <dgm:spPr/>
    </dgm:pt>
    <dgm:pt modelId="{A3DB027A-B4AC-4985-9321-6C68CB2A8956}" type="pres">
      <dgm:prSet presAssocID="{5CC8AC7A-CD73-4023-B97E-28EC67D427CD}" presName="parentText" presStyleLbl="node1" presStyleIdx="2" presStyleCnt="6">
        <dgm:presLayoutVars>
          <dgm:chMax val="0"/>
          <dgm:bulletEnabled val="1"/>
        </dgm:presLayoutVars>
      </dgm:prSet>
      <dgm:spPr/>
    </dgm:pt>
    <dgm:pt modelId="{97741FB3-C161-41DF-BCE5-1D924D6FE3FD}" type="pres">
      <dgm:prSet presAssocID="{B860E523-9188-4971-8CBC-3E238F00F932}" presName="spacer" presStyleCnt="0"/>
      <dgm:spPr/>
    </dgm:pt>
    <dgm:pt modelId="{3AF3E914-C75B-420D-AB6E-3F384F74E506}" type="pres">
      <dgm:prSet presAssocID="{A12F460C-D334-4431-9501-3E5FC1F06DE2}" presName="parentText" presStyleLbl="node1" presStyleIdx="3" presStyleCnt="6">
        <dgm:presLayoutVars>
          <dgm:chMax val="0"/>
          <dgm:bulletEnabled val="1"/>
        </dgm:presLayoutVars>
      </dgm:prSet>
      <dgm:spPr/>
    </dgm:pt>
    <dgm:pt modelId="{57AA7A1D-C71D-4E7A-982F-AD6ACE230C12}" type="pres">
      <dgm:prSet presAssocID="{779F1558-4761-476C-9E60-F7B2293E9CE8}" presName="spacer" presStyleCnt="0"/>
      <dgm:spPr/>
    </dgm:pt>
    <dgm:pt modelId="{6271B4FF-4D66-420A-87BB-ECEF37E02B32}" type="pres">
      <dgm:prSet presAssocID="{2E7B5424-5381-48C7-B328-A9282BA1FB12}" presName="parentText" presStyleLbl="node1" presStyleIdx="4" presStyleCnt="6">
        <dgm:presLayoutVars>
          <dgm:chMax val="0"/>
          <dgm:bulletEnabled val="1"/>
        </dgm:presLayoutVars>
      </dgm:prSet>
      <dgm:spPr/>
    </dgm:pt>
    <dgm:pt modelId="{3A687A4E-1747-4A1E-A639-E87E111CCE8E}" type="pres">
      <dgm:prSet presAssocID="{398305F4-279D-4D51-BC12-EA068BA768F6}" presName="spacer" presStyleCnt="0"/>
      <dgm:spPr/>
    </dgm:pt>
    <dgm:pt modelId="{C7FF0243-61EF-4118-8C0D-A5E9AD131042}" type="pres">
      <dgm:prSet presAssocID="{E13D69C9-3FEC-44ED-8A68-B070853227DD}" presName="parentText" presStyleLbl="node1" presStyleIdx="5" presStyleCnt="6">
        <dgm:presLayoutVars>
          <dgm:chMax val="0"/>
          <dgm:bulletEnabled val="1"/>
        </dgm:presLayoutVars>
      </dgm:prSet>
      <dgm:spPr/>
    </dgm:pt>
  </dgm:ptLst>
  <dgm:cxnLst>
    <dgm:cxn modelId="{2208DF00-523E-4584-9C84-3C6BA67C06BB}" type="presOf" srcId="{A12F460C-D334-4431-9501-3E5FC1F06DE2}" destId="{3AF3E914-C75B-420D-AB6E-3F384F74E506}" srcOrd="0" destOrd="0" presId="urn:microsoft.com/office/officeart/2005/8/layout/vList2"/>
    <dgm:cxn modelId="{A82DD71A-0EC7-493D-947B-71CD22AB2445}" srcId="{3C28DE2F-545D-42F2-8C9D-FD8DC467D40E}" destId="{ED0A5EB3-1FBC-45C0-894B-C790939107CD}" srcOrd="1" destOrd="0" parTransId="{E2AB5342-1EFE-4BF0-8B18-8FCE18C000E0}" sibTransId="{B278D9D2-105D-47F0-9B30-AB9D30CE14D7}"/>
    <dgm:cxn modelId="{B953761E-7CC3-4EE6-A390-5CAF26BFD95B}" srcId="{3C28DE2F-545D-42F2-8C9D-FD8DC467D40E}" destId="{5CC8AC7A-CD73-4023-B97E-28EC67D427CD}" srcOrd="2" destOrd="0" parTransId="{BD68729C-4AE5-4D45-BCF2-61156AD369F6}" sibTransId="{B860E523-9188-4971-8CBC-3E238F00F932}"/>
    <dgm:cxn modelId="{7175D93A-D89D-4743-80D7-B230C267F99A}" srcId="{3C28DE2F-545D-42F2-8C9D-FD8DC467D40E}" destId="{E09F4874-2930-4823-92A4-882BC8875276}" srcOrd="0" destOrd="0" parTransId="{AF85AD00-C986-4869-ABF8-9703B87E4F23}" sibTransId="{6F7450B4-0ACA-42C8-B43E-00804864AE6B}"/>
    <dgm:cxn modelId="{9120AE83-95D6-4D59-9D44-F1309B41751F}" srcId="{3C28DE2F-545D-42F2-8C9D-FD8DC467D40E}" destId="{A12F460C-D334-4431-9501-3E5FC1F06DE2}" srcOrd="3" destOrd="0" parTransId="{82C58561-6745-432C-A34A-D5E00AA09695}" sibTransId="{779F1558-4761-476C-9E60-F7B2293E9CE8}"/>
    <dgm:cxn modelId="{E832BD98-6544-415F-958C-BBC1F42CDFFB}" srcId="{3C28DE2F-545D-42F2-8C9D-FD8DC467D40E}" destId="{E13D69C9-3FEC-44ED-8A68-B070853227DD}" srcOrd="5" destOrd="0" parTransId="{E3F08CAE-6454-4332-884E-F4C1634486A6}" sibTransId="{3A3F45D4-58F5-443C-B1E3-455E879C8280}"/>
    <dgm:cxn modelId="{CF83B4BE-BA43-4841-B30A-93434E7D7FC7}" type="presOf" srcId="{5CC8AC7A-CD73-4023-B97E-28EC67D427CD}" destId="{A3DB027A-B4AC-4985-9321-6C68CB2A8956}" srcOrd="0" destOrd="0" presId="urn:microsoft.com/office/officeart/2005/8/layout/vList2"/>
    <dgm:cxn modelId="{BBE457CD-98DC-4766-A68E-3294E0FDD90D}" type="presOf" srcId="{E13D69C9-3FEC-44ED-8A68-B070853227DD}" destId="{C7FF0243-61EF-4118-8C0D-A5E9AD131042}" srcOrd="0" destOrd="0" presId="urn:microsoft.com/office/officeart/2005/8/layout/vList2"/>
    <dgm:cxn modelId="{DDE7B0D0-5F98-4EC7-92C3-26043AD082FC}" type="presOf" srcId="{2E7B5424-5381-48C7-B328-A9282BA1FB12}" destId="{6271B4FF-4D66-420A-87BB-ECEF37E02B32}" srcOrd="0" destOrd="0" presId="urn:microsoft.com/office/officeart/2005/8/layout/vList2"/>
    <dgm:cxn modelId="{C81A5ADB-969A-42E9-99F8-50328E96D055}" type="presOf" srcId="{E09F4874-2930-4823-92A4-882BC8875276}" destId="{E9727B4C-80D6-48E1-93E0-081A21F76741}" srcOrd="0" destOrd="0" presId="urn:microsoft.com/office/officeart/2005/8/layout/vList2"/>
    <dgm:cxn modelId="{B3C065E6-C1FE-4DB1-82AF-BD49D6785D2B}" srcId="{3C28DE2F-545D-42F2-8C9D-FD8DC467D40E}" destId="{2E7B5424-5381-48C7-B328-A9282BA1FB12}" srcOrd="4" destOrd="0" parTransId="{DCAF00EB-1D5F-4C93-B62C-C82705AA3985}" sibTransId="{398305F4-279D-4D51-BC12-EA068BA768F6}"/>
    <dgm:cxn modelId="{2FCC34E9-D560-41D4-8329-AC0962C4A0B2}" type="presOf" srcId="{ED0A5EB3-1FBC-45C0-894B-C790939107CD}" destId="{7ED68FC2-320A-4F55-BB29-C61D20167367}" srcOrd="0" destOrd="0" presId="urn:microsoft.com/office/officeart/2005/8/layout/vList2"/>
    <dgm:cxn modelId="{9A3348EA-EBF7-4047-93CD-CAB324A809A6}" type="presOf" srcId="{3C28DE2F-545D-42F2-8C9D-FD8DC467D40E}" destId="{631D3346-4A64-438C-8125-64D42AE5F47E}" srcOrd="0" destOrd="0" presId="urn:microsoft.com/office/officeart/2005/8/layout/vList2"/>
    <dgm:cxn modelId="{BDCD54A6-E9B0-495B-ADAA-AD26D1A36890}" type="presParOf" srcId="{631D3346-4A64-438C-8125-64D42AE5F47E}" destId="{E9727B4C-80D6-48E1-93E0-081A21F76741}" srcOrd="0" destOrd="0" presId="urn:microsoft.com/office/officeart/2005/8/layout/vList2"/>
    <dgm:cxn modelId="{15B748BB-EFC2-42FF-A685-E3BB2949033E}" type="presParOf" srcId="{631D3346-4A64-438C-8125-64D42AE5F47E}" destId="{EAEFCFB0-FA42-4F1D-BBF0-90A1D63A9288}" srcOrd="1" destOrd="0" presId="urn:microsoft.com/office/officeart/2005/8/layout/vList2"/>
    <dgm:cxn modelId="{5DAEABE8-5D99-4DD2-859C-F9F6461D8074}" type="presParOf" srcId="{631D3346-4A64-438C-8125-64D42AE5F47E}" destId="{7ED68FC2-320A-4F55-BB29-C61D20167367}" srcOrd="2" destOrd="0" presId="urn:microsoft.com/office/officeart/2005/8/layout/vList2"/>
    <dgm:cxn modelId="{9E8114AC-7FA3-45DB-BB3C-E31494696B4B}" type="presParOf" srcId="{631D3346-4A64-438C-8125-64D42AE5F47E}" destId="{1AB0B400-76C1-4CAE-80F0-E50731A4DA06}" srcOrd="3" destOrd="0" presId="urn:microsoft.com/office/officeart/2005/8/layout/vList2"/>
    <dgm:cxn modelId="{228C4FC4-8938-4B22-B189-11A0D2C22D64}" type="presParOf" srcId="{631D3346-4A64-438C-8125-64D42AE5F47E}" destId="{A3DB027A-B4AC-4985-9321-6C68CB2A8956}" srcOrd="4" destOrd="0" presId="urn:microsoft.com/office/officeart/2005/8/layout/vList2"/>
    <dgm:cxn modelId="{CDEA9F38-83F5-4E97-A931-BAE8F87D7637}" type="presParOf" srcId="{631D3346-4A64-438C-8125-64D42AE5F47E}" destId="{97741FB3-C161-41DF-BCE5-1D924D6FE3FD}" srcOrd="5" destOrd="0" presId="urn:microsoft.com/office/officeart/2005/8/layout/vList2"/>
    <dgm:cxn modelId="{88C4B57F-858F-4C71-8AF4-DA9D6177C4F9}" type="presParOf" srcId="{631D3346-4A64-438C-8125-64D42AE5F47E}" destId="{3AF3E914-C75B-420D-AB6E-3F384F74E506}" srcOrd="6" destOrd="0" presId="urn:microsoft.com/office/officeart/2005/8/layout/vList2"/>
    <dgm:cxn modelId="{ECD6A3B0-BD4F-4FFA-B510-D4E550B2EB44}" type="presParOf" srcId="{631D3346-4A64-438C-8125-64D42AE5F47E}" destId="{57AA7A1D-C71D-4E7A-982F-AD6ACE230C12}" srcOrd="7" destOrd="0" presId="urn:microsoft.com/office/officeart/2005/8/layout/vList2"/>
    <dgm:cxn modelId="{33F7A403-7EA8-48DE-A096-3E9786D209B9}" type="presParOf" srcId="{631D3346-4A64-438C-8125-64D42AE5F47E}" destId="{6271B4FF-4D66-420A-87BB-ECEF37E02B32}" srcOrd="8" destOrd="0" presId="urn:microsoft.com/office/officeart/2005/8/layout/vList2"/>
    <dgm:cxn modelId="{6B1DD8A5-C15B-49C6-8329-E96A3AEE297C}" type="presParOf" srcId="{631D3346-4A64-438C-8125-64D42AE5F47E}" destId="{3A687A4E-1747-4A1E-A639-E87E111CCE8E}" srcOrd="9" destOrd="0" presId="urn:microsoft.com/office/officeart/2005/8/layout/vList2"/>
    <dgm:cxn modelId="{346D00A0-00EB-4454-B319-F654AA34767D}" type="presParOf" srcId="{631D3346-4A64-438C-8125-64D42AE5F47E}" destId="{C7FF0243-61EF-4118-8C0D-A5E9AD131042}"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727B4C-80D6-48E1-93E0-081A21F76741}">
      <dsp:nvSpPr>
        <dsp:cNvPr id="0" name=""/>
        <dsp:cNvSpPr/>
      </dsp:nvSpPr>
      <dsp:spPr>
        <a:xfrm>
          <a:off x="0" y="59070"/>
          <a:ext cx="7012370" cy="695565"/>
        </a:xfrm>
        <a:prstGeom prst="roundRect">
          <a:avLst/>
        </a:prstGeom>
        <a:solidFill>
          <a:schemeClr val="accent2">
            <a:hueOff val="0"/>
            <a:satOff val="0"/>
            <a:lumOff val="0"/>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err="1"/>
            <a:t>Problématique</a:t>
          </a:r>
        </a:p>
      </dsp:txBody>
      <dsp:txXfrm>
        <a:off x="33955" y="93025"/>
        <a:ext cx="6944460" cy="627655"/>
      </dsp:txXfrm>
    </dsp:sp>
    <dsp:sp modelId="{7ED68FC2-320A-4F55-BB29-C61D20167367}">
      <dsp:nvSpPr>
        <dsp:cNvPr id="0" name=""/>
        <dsp:cNvSpPr/>
      </dsp:nvSpPr>
      <dsp:spPr>
        <a:xfrm>
          <a:off x="0" y="838155"/>
          <a:ext cx="7012370" cy="695565"/>
        </a:xfrm>
        <a:prstGeom prst="roundRect">
          <a:avLst/>
        </a:prstGeom>
        <a:solidFill>
          <a:schemeClr val="accent2">
            <a:hueOff val="1858335"/>
            <a:satOff val="-9522"/>
            <a:lumOff val="-4824"/>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b="1" kern="1200">
              <a:latin typeface="Times New Roman"/>
              <a:cs typeface="Times New Roman"/>
            </a:rPr>
            <a:t>Solution proposée</a:t>
          </a:r>
        </a:p>
      </dsp:txBody>
      <dsp:txXfrm>
        <a:off x="33955" y="872110"/>
        <a:ext cx="6944460" cy="627655"/>
      </dsp:txXfrm>
    </dsp:sp>
    <dsp:sp modelId="{A3DB027A-B4AC-4985-9321-6C68CB2A8956}">
      <dsp:nvSpPr>
        <dsp:cNvPr id="0" name=""/>
        <dsp:cNvSpPr/>
      </dsp:nvSpPr>
      <dsp:spPr>
        <a:xfrm>
          <a:off x="0" y="1617240"/>
          <a:ext cx="7012370" cy="695565"/>
        </a:xfrm>
        <a:prstGeom prst="roundRect">
          <a:avLst/>
        </a:prstGeom>
        <a:solidFill>
          <a:schemeClr val="accent2">
            <a:hueOff val="3716670"/>
            <a:satOff val="-19045"/>
            <a:lumOff val="-9647"/>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err="1"/>
            <a:t>choix</a:t>
          </a:r>
          <a:r>
            <a:rPr lang="en-US" sz="2900" kern="1200" dirty="0"/>
            <a:t> </a:t>
          </a:r>
          <a:r>
            <a:rPr lang="en-US" sz="2900" kern="1200" dirty="0" err="1"/>
            <a:t>technologique</a:t>
          </a:r>
        </a:p>
      </dsp:txBody>
      <dsp:txXfrm>
        <a:off x="33955" y="1651195"/>
        <a:ext cx="6944460" cy="627655"/>
      </dsp:txXfrm>
    </dsp:sp>
    <dsp:sp modelId="{3AF3E914-C75B-420D-AB6E-3F384F74E506}">
      <dsp:nvSpPr>
        <dsp:cNvPr id="0" name=""/>
        <dsp:cNvSpPr/>
      </dsp:nvSpPr>
      <dsp:spPr>
        <a:xfrm>
          <a:off x="0" y="2396325"/>
          <a:ext cx="7012370" cy="695565"/>
        </a:xfrm>
        <a:prstGeom prst="roundRect">
          <a:avLst/>
        </a:prstGeom>
        <a:solidFill>
          <a:schemeClr val="accent2">
            <a:hueOff val="5575005"/>
            <a:satOff val="-28567"/>
            <a:lumOff val="-14471"/>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a:t>Conception et </a:t>
          </a:r>
          <a:r>
            <a:rPr lang="en-US" sz="2900" kern="1200" dirty="0" err="1"/>
            <a:t>Modélisation</a:t>
          </a:r>
        </a:p>
      </dsp:txBody>
      <dsp:txXfrm>
        <a:off x="33955" y="2430280"/>
        <a:ext cx="6944460" cy="627655"/>
      </dsp:txXfrm>
    </dsp:sp>
    <dsp:sp modelId="{6271B4FF-4D66-420A-87BB-ECEF37E02B32}">
      <dsp:nvSpPr>
        <dsp:cNvPr id="0" name=""/>
        <dsp:cNvSpPr/>
      </dsp:nvSpPr>
      <dsp:spPr>
        <a:xfrm>
          <a:off x="0" y="3175410"/>
          <a:ext cx="7012370" cy="695565"/>
        </a:xfrm>
        <a:prstGeom prst="roundRect">
          <a:avLst/>
        </a:prstGeom>
        <a:solidFill>
          <a:schemeClr val="accent2">
            <a:hueOff val="7433340"/>
            <a:satOff val="-38090"/>
            <a:lumOff val="-19294"/>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dirty="0" err="1"/>
            <a:t>Présentation</a:t>
          </a:r>
          <a:r>
            <a:rPr lang="en-US" sz="2900" kern="1200" dirty="0"/>
            <a:t> du Solution</a:t>
          </a:r>
        </a:p>
      </dsp:txBody>
      <dsp:txXfrm>
        <a:off x="33955" y="3209365"/>
        <a:ext cx="6944460" cy="627655"/>
      </dsp:txXfrm>
    </dsp:sp>
    <dsp:sp modelId="{C7FF0243-61EF-4118-8C0D-A5E9AD131042}">
      <dsp:nvSpPr>
        <dsp:cNvPr id="0" name=""/>
        <dsp:cNvSpPr/>
      </dsp:nvSpPr>
      <dsp:spPr>
        <a:xfrm>
          <a:off x="0" y="3954495"/>
          <a:ext cx="7012370" cy="695565"/>
        </a:xfrm>
        <a:prstGeom prst="roundRect">
          <a:avLst/>
        </a:prstGeom>
        <a:solidFill>
          <a:schemeClr val="accent2">
            <a:hueOff val="9291674"/>
            <a:satOff val="-47612"/>
            <a:lumOff val="-24118"/>
            <a:alphaOff val="0"/>
          </a:schemeClr>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rtl="0">
            <a:lnSpc>
              <a:spcPct val="90000"/>
            </a:lnSpc>
            <a:spcBef>
              <a:spcPct val="0"/>
            </a:spcBef>
            <a:spcAft>
              <a:spcPct val="35000"/>
            </a:spcAft>
            <a:buNone/>
          </a:pPr>
          <a:r>
            <a:rPr lang="en-US" sz="2900" kern="1200" dirty="0"/>
            <a:t>Conclusion et Perspectives</a:t>
          </a:r>
          <a:r>
            <a:rPr lang="en-US" sz="2900" kern="1200" dirty="0">
              <a:latin typeface="Avenir Next LT Pro" panose="020B0502020104020203"/>
            </a:rPr>
            <a:t> </a:t>
          </a:r>
          <a:endParaRPr lang="en-US" sz="2900" kern="1200" dirty="0"/>
        </a:p>
      </dsp:txBody>
      <dsp:txXfrm>
        <a:off x="33955" y="3988450"/>
        <a:ext cx="6944460" cy="62765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8/17/2021</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8892163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8/17/2021</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396471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8/17/2021</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994488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8/17/2021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016237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8/17/2021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67009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8/17/2021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0828380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8/17/2021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067833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8/17/2021</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36899109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8/17/2021</a:t>
            </a:fld>
            <a:endParaRPr lang="en-US"/>
          </a:p>
        </p:txBody>
      </p:sp>
      <p:sp>
        <p:nvSpPr>
          <p:cNvPr id="6" name="Footer Placeholder 5"/>
          <p:cNvSpPr>
            <a:spLocks noGrp="1"/>
          </p:cNvSpPr>
          <p:nvPr>
            <p:ph type="ftr" sz="quarter" idx="11"/>
          </p:nvPr>
        </p:nvSpPr>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152343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8/17/2021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837787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8/17/2021</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542456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850">
                <a:solidFill>
                  <a:schemeClr val="tx1">
                    <a:lumMod val="75000"/>
                    <a:lumOff val="25000"/>
                  </a:schemeClr>
                </a:solidFill>
              </a:defRPr>
            </a:lvl1pPr>
          </a:lstStyle>
          <a:p>
            <a:fld id="{ED291B17-9318-49DB-B28B-6E5994AE9581}" type="datetime1">
              <a:rPr lang="en-US" smtClean="0"/>
              <a:t>8/17/2021</a:t>
            </a:fld>
            <a:endParaRPr lang="en-US"/>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850"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85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882799137"/>
      </p:ext>
    </p:extLst>
  </p:cSld>
  <p:clrMap bg1="lt1" tx1="dk1" bg2="lt2" tx2="dk2" accent1="accent1" accent2="accent2" accent3="accent3" accent4="accent4" accent5="accent5" accent6="accent6" hlink="hlink" folHlink="folHlink"/>
  <p:sldLayoutIdLst>
    <p:sldLayoutId id="2147483679" r:id="rId1"/>
    <p:sldLayoutId id="2147483678" r:id="rId2"/>
    <p:sldLayoutId id="2147483677" r:id="rId3"/>
    <p:sldLayoutId id="2147483671" r:id="rId4"/>
    <p:sldLayoutId id="2147483672" r:id="rId5"/>
    <p:sldLayoutId id="2147483666" r:id="rId6"/>
    <p:sldLayoutId id="2147483676" r:id="rId7"/>
    <p:sldLayoutId id="2147483663" r:id="rId8"/>
    <p:sldLayoutId id="2147483675" r:id="rId9"/>
    <p:sldLayoutId id="2147483665" r:id="rId10"/>
    <p:sldLayoutId id="2147483674" r:id="rId11"/>
  </p:sldLayoutIdLst>
  <p:hf sldNum="0" hdr="0" ftr="0" dt="0"/>
  <p:txStyles>
    <p:titleStyle>
      <a:lvl1pPr algn="l" defTabSz="457200" rtl="0" eaLnBrk="1" latinLnBrk="0" hangingPunct="1">
        <a:lnSpc>
          <a:spcPct val="90000"/>
        </a:lnSpc>
        <a:spcBef>
          <a:spcPct val="0"/>
        </a:spcBef>
        <a:buNone/>
        <a:defRPr sz="27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500" kern="1200">
          <a:solidFill>
            <a:schemeClr val="tx1">
              <a:lumMod val="75000"/>
              <a:lumOff val="25000"/>
            </a:schemeClr>
          </a:solidFill>
          <a:latin typeface="+mn-lt"/>
          <a:ea typeface="+mn-ea"/>
          <a:cs typeface="+mn-cs"/>
        </a:defRPr>
      </a:lvl2pPr>
      <a:lvl3pPr marL="900000" indent="-270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3pPr>
      <a:lvl4pPr marL="124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4pPr>
      <a:lvl5pPr marL="1602000" indent="-234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E019540-1104-4B12-9F83-45F586741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C47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83771" y="1066800"/>
            <a:ext cx="5727760" cy="4724400"/>
          </a:xfrm>
        </p:spPr>
        <p:txBody>
          <a:bodyPr anchor="ctr">
            <a:normAutofit/>
          </a:bodyPr>
          <a:lstStyle/>
          <a:p>
            <a:pPr algn="r"/>
            <a:endParaRPr lang="en-US" sz="6600" dirty="0">
              <a:ea typeface="+mj-lt"/>
              <a:cs typeface="+mj-lt"/>
            </a:endParaRPr>
          </a:p>
          <a:p>
            <a:r>
              <a:rPr lang="en-US" dirty="0" err="1">
                <a:ea typeface="+mj-lt"/>
                <a:cs typeface="+mj-lt"/>
              </a:rPr>
              <a:t>Projet</a:t>
            </a:r>
            <a:r>
              <a:rPr lang="en-US" dirty="0">
                <a:ea typeface="+mj-lt"/>
                <a:cs typeface="+mj-lt"/>
              </a:rPr>
              <a:t> fil rouge</a:t>
            </a:r>
            <a:br>
              <a:rPr lang="en-US" dirty="0">
                <a:ea typeface="+mj-lt"/>
                <a:cs typeface="+mj-lt"/>
              </a:rPr>
            </a:br>
            <a:br>
              <a:rPr lang="en-US" dirty="0">
                <a:ea typeface="+mj-lt"/>
                <a:cs typeface="+mj-lt"/>
              </a:rPr>
            </a:br>
            <a:r>
              <a:rPr lang="en-US" dirty="0">
                <a:ea typeface="+mj-lt"/>
                <a:cs typeface="+mj-lt"/>
              </a:rPr>
              <a:t>PLATFORM ECOMMERCE</a:t>
            </a:r>
            <a:br>
              <a:rPr lang="en-US" dirty="0">
                <a:ea typeface="+mj-lt"/>
                <a:cs typeface="+mj-lt"/>
              </a:rPr>
            </a:br>
            <a:br>
              <a:rPr lang="en-US" dirty="0">
                <a:ea typeface="+mj-lt"/>
                <a:cs typeface="+mj-lt"/>
              </a:rPr>
            </a:br>
            <a:r>
              <a:rPr lang="en-US" dirty="0" err="1"/>
              <a:t>Myecom</a:t>
            </a:r>
          </a:p>
        </p:txBody>
      </p:sp>
      <p:sp>
        <p:nvSpPr>
          <p:cNvPr id="10" name="Rectangle 9">
            <a:extLst>
              <a:ext uri="{FF2B5EF4-FFF2-40B4-BE49-F238E27FC236}">
                <a16:creationId xmlns:a16="http://schemas.microsoft.com/office/drawing/2014/main" id="{3580CFD6-E44A-486A-9E73-D8D948F78A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171433" y="3396996"/>
            <a:ext cx="3703320" cy="640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29973436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87436B-EEAF-490A-9E97-0A8DD6A39486}"/>
              </a:ext>
            </a:extLst>
          </p:cNvPr>
          <p:cNvSpPr>
            <a:spLocks noGrp="1"/>
          </p:cNvSpPr>
          <p:nvPr>
            <p:ph type="title"/>
          </p:nvPr>
        </p:nvSpPr>
        <p:spPr>
          <a:xfrm>
            <a:off x="746228" y="1037967"/>
            <a:ext cx="3054091" cy="4709131"/>
          </a:xfrm>
        </p:spPr>
        <p:txBody>
          <a:bodyPr anchor="ctr">
            <a:normAutofit/>
          </a:bodyPr>
          <a:lstStyle/>
          <a:p>
            <a:r>
              <a:rPr lang="en-US" b="1"/>
              <a:t>SOMMAIRE</a:t>
            </a:r>
          </a:p>
        </p:txBody>
      </p:sp>
      <p:sp>
        <p:nvSpPr>
          <p:cNvPr id="20" name="Rectangle 19">
            <a:extLst>
              <a:ext uri="{FF2B5EF4-FFF2-40B4-BE49-F238E27FC236}">
                <a16:creationId xmlns:a16="http://schemas.microsoft.com/office/drawing/2014/main" id="{2987D6F4-EC95-4EF1-A8AD-4B70386CEE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1">
            <a:extLst>
              <a:ext uri="{FF2B5EF4-FFF2-40B4-BE49-F238E27FC236}">
                <a16:creationId xmlns:a16="http://schemas.microsoft.com/office/drawing/2014/main" id="{F5F792DF-9D0A-4DB6-9A9E-7312F5A7E8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749808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graphicFrame>
        <p:nvGraphicFramePr>
          <p:cNvPr id="14" name="Content Placeholder 2">
            <a:extLst>
              <a:ext uri="{FF2B5EF4-FFF2-40B4-BE49-F238E27FC236}">
                <a16:creationId xmlns:a16="http://schemas.microsoft.com/office/drawing/2014/main" id="{F01C8BE0-C36A-4247-8324-0BBF8B9210EB}"/>
              </a:ext>
            </a:extLst>
          </p:cNvPr>
          <p:cNvGraphicFramePr>
            <a:graphicFrameLocks noGrp="1"/>
          </p:cNvGraphicFramePr>
          <p:nvPr>
            <p:ph idx="1"/>
            <p:extLst>
              <p:ext uri="{D42A27DB-BD31-4B8C-83A1-F6EECF244321}">
                <p14:modId xmlns:p14="http://schemas.microsoft.com/office/powerpoint/2010/main" val="2436003849"/>
              </p:ext>
            </p:extLst>
          </p:nvPr>
        </p:nvGraphicFramePr>
        <p:xfrm>
          <a:off x="4598438" y="1207783"/>
          <a:ext cx="7012370" cy="47091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8377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Rectangle 28">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30">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32">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34">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59E5980D-2C21-4B32-942F-EFDEF0C51349}"/>
              </a:ext>
            </a:extLst>
          </p:cNvPr>
          <p:cNvSpPr>
            <a:spLocks noGrp="1"/>
          </p:cNvSpPr>
          <p:nvPr>
            <p:ph type="ctrTitle"/>
          </p:nvPr>
        </p:nvSpPr>
        <p:spPr>
          <a:xfrm>
            <a:off x="581192" y="1073231"/>
            <a:ext cx="3219127" cy="4711539"/>
          </a:xfrm>
        </p:spPr>
        <p:txBody>
          <a:bodyPr vert="horz" lIns="91440" tIns="45720" rIns="91440" bIns="45720" rtlCol="0" anchor="ctr">
            <a:normAutofit/>
          </a:bodyPr>
          <a:lstStyle/>
          <a:p>
            <a:r>
              <a:rPr lang="en-US" sz="2800" dirty="0" err="1">
                <a:solidFill>
                  <a:schemeClr val="bg1"/>
                </a:solidFill>
                <a:ea typeface="+mj-lt"/>
                <a:cs typeface="+mj-lt"/>
              </a:rPr>
              <a:t>Problématique</a:t>
            </a:r>
            <a:endParaRPr lang="en-US" dirty="0" err="1">
              <a:solidFill>
                <a:schemeClr val="bg1"/>
              </a:solidFill>
            </a:endParaRPr>
          </a:p>
        </p:txBody>
      </p:sp>
      <p:sp>
        <p:nvSpPr>
          <p:cNvPr id="32" name="Rectangle 36">
            <a:extLst>
              <a:ext uri="{FF2B5EF4-FFF2-40B4-BE49-F238E27FC236}">
                <a16:creationId xmlns:a16="http://schemas.microsoft.com/office/drawing/2014/main" id="{DFEE959E-BF10-4204-9556-D1707088D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38">
            <a:extLst>
              <a:ext uri="{FF2B5EF4-FFF2-40B4-BE49-F238E27FC236}">
                <a16:creationId xmlns:a16="http://schemas.microsoft.com/office/drawing/2014/main" id="{DDD17B6A-CB37-4005-9681-A20AFCDC78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6" name="Rectangle 40">
            <a:extLst>
              <a:ext uri="{FF2B5EF4-FFF2-40B4-BE49-F238E27FC236}">
                <a16:creationId xmlns:a16="http://schemas.microsoft.com/office/drawing/2014/main" id="{3B7BBDE9-DAED-40B0-A640-503C918D1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8" name="Rectangle 42">
            <a:extLst>
              <a:ext uri="{FF2B5EF4-FFF2-40B4-BE49-F238E27FC236}">
                <a16:creationId xmlns:a16="http://schemas.microsoft.com/office/drawing/2014/main" id="{7BC7EA7B-802E-41F4-8926-C4475287A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601200"/>
            <a:ext cx="7498616" cy="579959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5" name="TextBox 4">
            <a:extLst>
              <a:ext uri="{FF2B5EF4-FFF2-40B4-BE49-F238E27FC236}">
                <a16:creationId xmlns:a16="http://schemas.microsoft.com/office/drawing/2014/main" id="{1CA5DB90-6C7C-498D-898B-DC546AC32030}"/>
              </a:ext>
            </a:extLst>
          </p:cNvPr>
          <p:cNvSpPr txBox="1"/>
          <p:nvPr/>
        </p:nvSpPr>
        <p:spPr>
          <a:xfrm>
            <a:off x="4702629" y="1073231"/>
            <a:ext cx="6541841" cy="471153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marL="285750" indent="-285750" algn="just">
              <a:buFont typeface="Arial"/>
              <a:buChar char="•"/>
            </a:pPr>
            <a:r>
              <a:rPr lang="en-US">
                <a:latin typeface="Times New Roman"/>
                <a:cs typeface="Times New Roman"/>
              </a:rPr>
              <a:t>Le gestion de stock se fait encore manuellement.</a:t>
            </a:r>
            <a:endParaRPr lang="en-US"/>
          </a:p>
          <a:p>
            <a:pPr marL="285750" indent="-285750" algn="just">
              <a:buFont typeface="Arial"/>
              <a:buChar char="•"/>
            </a:pPr>
            <a:r>
              <a:rPr lang="en-US">
                <a:latin typeface="Times New Roman"/>
                <a:cs typeface="Times New Roman"/>
              </a:rPr>
              <a:t>Volume important des informations traitées manuellement, ce qui provoque parfois des erreurs dans l'établissement des documents.</a:t>
            </a:r>
            <a:endParaRPr lang="en-US"/>
          </a:p>
          <a:p>
            <a:pPr marL="285750" indent="-285750" algn="just">
              <a:buFont typeface="Arial"/>
              <a:buChar char="•"/>
            </a:pPr>
            <a:r>
              <a:rPr lang="en-US">
                <a:latin typeface="Times New Roman"/>
                <a:cs typeface="Times New Roman"/>
              </a:rPr>
              <a:t>Une mauvaise organisation du travail dans la magazin.</a:t>
            </a:r>
          </a:p>
          <a:p>
            <a:pPr marL="285750" indent="-285750" algn="just">
              <a:buFont typeface="Arial"/>
              <a:buChar char="•"/>
            </a:pPr>
            <a:r>
              <a:rPr lang="en-US">
                <a:latin typeface="Times New Roman"/>
                <a:cs typeface="Times New Roman"/>
              </a:rPr>
              <a:t>Possibilité d'erreur dans le remplissage des différents documents et registres.</a:t>
            </a:r>
          </a:p>
          <a:p>
            <a:pPr marL="285750" indent="-285750" algn="just">
              <a:buFont typeface="Arial"/>
              <a:buChar char="•"/>
            </a:pPr>
            <a:r>
              <a:rPr lang="en-US">
                <a:latin typeface="Times New Roman"/>
                <a:cs typeface="Times New Roman"/>
              </a:rPr>
              <a:t>Possibilité d'erreur dans les calculs des statistiques.</a:t>
            </a:r>
          </a:p>
          <a:p>
            <a:pPr marL="285750" indent="-285750" algn="just">
              <a:buFont typeface="Arial"/>
              <a:buChar char="•"/>
            </a:pPr>
            <a:r>
              <a:rPr lang="en-US">
                <a:latin typeface="Times New Roman"/>
                <a:cs typeface="Times New Roman"/>
              </a:rPr>
              <a:t>Nombre important des archives qui engendre une difficulté de stockage</a:t>
            </a:r>
            <a:endParaRPr lang="en-US"/>
          </a:p>
          <a:p>
            <a:pPr algn="just"/>
            <a:br>
              <a:rPr lang="en-US" dirty="0"/>
            </a:br>
            <a:endParaRPr lang="en-US" dirty="0"/>
          </a:p>
          <a:p>
            <a:pPr algn="just"/>
            <a:r>
              <a:rPr lang="en-US">
                <a:latin typeface="Times New Roman"/>
                <a:ea typeface="+mn-lt"/>
                <a:cs typeface="Times New Roman"/>
              </a:rPr>
              <a:t>La gestion des stocks, les réapprovisionnements fournisseur</a:t>
            </a:r>
            <a:endParaRPr lang="en-US"/>
          </a:p>
          <a:p>
            <a:pPr algn="just"/>
            <a:r>
              <a:rPr lang="en-US">
                <a:latin typeface="Times New Roman"/>
                <a:ea typeface="+mn-lt"/>
                <a:cs typeface="Times New Roman"/>
              </a:rPr>
              <a:t>Il faut évaluer le nombre de ventes d’un produit sur une période donnée, connaître le temps de réapprovisionnement du fournisseur pour ce produit, pour savoir quand le recommander sans tomber en rupture de stock.</a:t>
            </a:r>
            <a:endParaRPr lang="en-US">
              <a:latin typeface="Times New Roman"/>
              <a:cs typeface="Times New Roman"/>
            </a:endParaRPr>
          </a:p>
          <a:p>
            <a:pPr>
              <a:spcBef>
                <a:spcPct val="20000"/>
              </a:spcBef>
              <a:spcAft>
                <a:spcPts val="600"/>
              </a:spcAft>
            </a:pPr>
            <a:endParaRPr lang="en-US" dirty="0">
              <a:ea typeface="+mn-lt"/>
              <a:cs typeface="+mn-lt"/>
            </a:endParaRPr>
          </a:p>
        </p:txBody>
      </p:sp>
    </p:spTree>
    <p:extLst>
      <p:ext uri="{BB962C8B-B14F-4D97-AF65-F5344CB8AC3E}">
        <p14:creationId xmlns:p14="http://schemas.microsoft.com/office/powerpoint/2010/main" val="1495234907"/>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Rectangle 28">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30">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32">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34">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59E5980D-2C21-4B32-942F-EFDEF0C51349}"/>
              </a:ext>
            </a:extLst>
          </p:cNvPr>
          <p:cNvSpPr>
            <a:spLocks noGrp="1"/>
          </p:cNvSpPr>
          <p:nvPr>
            <p:ph type="ctrTitle"/>
          </p:nvPr>
        </p:nvSpPr>
        <p:spPr>
          <a:xfrm>
            <a:off x="163658" y="1073231"/>
            <a:ext cx="4137702" cy="4711539"/>
          </a:xfrm>
        </p:spPr>
        <p:txBody>
          <a:bodyPr vert="horz" lIns="91440" tIns="45720" rIns="91440" bIns="45720" rtlCol="0" anchor="ctr">
            <a:normAutofit/>
          </a:bodyPr>
          <a:lstStyle/>
          <a:p>
            <a:r>
              <a:rPr lang="en-US" sz="2400" b="1">
                <a:solidFill>
                  <a:schemeClr val="bg1"/>
                </a:solidFill>
                <a:latin typeface="Times New Roman"/>
                <a:ea typeface="+mj-lt"/>
                <a:cs typeface="Times New Roman"/>
              </a:rPr>
              <a:t>Solution proposée</a:t>
            </a:r>
            <a:endParaRPr lang="en-US" sz="2400">
              <a:solidFill>
                <a:schemeClr val="bg1"/>
              </a:solidFill>
            </a:endParaRPr>
          </a:p>
          <a:p>
            <a:endParaRPr lang="en-US" sz="2800" dirty="0">
              <a:solidFill>
                <a:schemeClr val="bg1"/>
              </a:solidFill>
            </a:endParaRPr>
          </a:p>
        </p:txBody>
      </p:sp>
      <p:sp>
        <p:nvSpPr>
          <p:cNvPr id="32" name="Rectangle 36">
            <a:extLst>
              <a:ext uri="{FF2B5EF4-FFF2-40B4-BE49-F238E27FC236}">
                <a16:creationId xmlns:a16="http://schemas.microsoft.com/office/drawing/2014/main" id="{DFEE959E-BF10-4204-9556-D1707088D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38">
            <a:extLst>
              <a:ext uri="{FF2B5EF4-FFF2-40B4-BE49-F238E27FC236}">
                <a16:creationId xmlns:a16="http://schemas.microsoft.com/office/drawing/2014/main" id="{DDD17B6A-CB37-4005-9681-A20AFCDC78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6" name="Rectangle 40">
            <a:extLst>
              <a:ext uri="{FF2B5EF4-FFF2-40B4-BE49-F238E27FC236}">
                <a16:creationId xmlns:a16="http://schemas.microsoft.com/office/drawing/2014/main" id="{3B7BBDE9-DAED-40B0-A640-503C918D1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8" name="Rectangle 42">
            <a:extLst>
              <a:ext uri="{FF2B5EF4-FFF2-40B4-BE49-F238E27FC236}">
                <a16:creationId xmlns:a16="http://schemas.microsoft.com/office/drawing/2014/main" id="{7BC7EA7B-802E-41F4-8926-C4475287A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601200"/>
            <a:ext cx="7498616" cy="579959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5" name="TextBox 4">
            <a:extLst>
              <a:ext uri="{FF2B5EF4-FFF2-40B4-BE49-F238E27FC236}">
                <a16:creationId xmlns:a16="http://schemas.microsoft.com/office/drawing/2014/main" id="{1CA5DB90-6C7C-498D-898B-DC546AC32030}"/>
              </a:ext>
            </a:extLst>
          </p:cNvPr>
          <p:cNvSpPr txBox="1"/>
          <p:nvPr/>
        </p:nvSpPr>
        <p:spPr>
          <a:xfrm>
            <a:off x="4702629" y="1073231"/>
            <a:ext cx="6541841" cy="471153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just">
              <a:buFont typeface="Arial"/>
              <a:buChar char="•"/>
            </a:pPr>
            <a:r>
              <a:rPr lang="en-US">
                <a:latin typeface="Times New Roman"/>
                <a:cs typeface="Times New Roman"/>
              </a:rPr>
              <a:t>Faciliter la recherche des produits </a:t>
            </a:r>
            <a:r>
              <a:rPr lang="en-US">
                <a:latin typeface="Times New Roman"/>
                <a:ea typeface="+mn-lt"/>
                <a:cs typeface="Times New Roman"/>
              </a:rPr>
              <a:t>utilisant AJAX</a:t>
            </a:r>
            <a:r>
              <a:rPr lang="en-US">
                <a:latin typeface="Times New Roman"/>
                <a:cs typeface="Times New Roman"/>
              </a:rPr>
              <a:t>.</a:t>
            </a:r>
            <a:endParaRPr lang="en-US"/>
          </a:p>
          <a:p>
            <a:pPr algn="just">
              <a:buFont typeface="Arial"/>
              <a:buChar char="•"/>
            </a:pPr>
            <a:endParaRPr lang="en-US" dirty="0">
              <a:latin typeface="Times New Roman"/>
              <a:ea typeface="+mn-lt"/>
              <a:cs typeface="Times New Roman"/>
            </a:endParaRPr>
          </a:p>
          <a:p>
            <a:pPr algn="just">
              <a:buFont typeface="Arial"/>
              <a:buChar char="•"/>
            </a:pPr>
            <a:r>
              <a:rPr lang="en-US">
                <a:latin typeface="Times New Roman"/>
                <a:ea typeface="+mn-lt"/>
                <a:cs typeface="Times New Roman"/>
              </a:rPr>
              <a:t>Mini miser les supports papiers utilisés</a:t>
            </a:r>
            <a:r>
              <a:rPr lang="en-US">
                <a:latin typeface="Times New Roman"/>
                <a:cs typeface="Times New Roman"/>
              </a:rPr>
              <a:t>.</a:t>
            </a:r>
            <a:endParaRPr lang="en-US"/>
          </a:p>
          <a:p>
            <a:pPr algn="just">
              <a:buFont typeface="Arial"/>
              <a:buChar char="•"/>
            </a:pPr>
            <a:endParaRPr lang="en-US" dirty="0">
              <a:latin typeface="Times New Roman"/>
              <a:cs typeface="Times New Roman"/>
            </a:endParaRPr>
          </a:p>
          <a:p>
            <a:pPr algn="just">
              <a:buFont typeface="Arial"/>
              <a:buChar char="•"/>
            </a:pPr>
            <a:r>
              <a:rPr lang="en-US">
                <a:latin typeface="Times New Roman"/>
                <a:cs typeface="Times New Roman"/>
              </a:rPr>
              <a:t>Faire toute modification (ajout, suppression, modification) automatiquement.</a:t>
            </a:r>
            <a:endParaRPr lang="en-US"/>
          </a:p>
          <a:p>
            <a:pPr algn="just">
              <a:buFont typeface="Arial"/>
              <a:buChar char="•"/>
            </a:pPr>
            <a:endParaRPr lang="en-US" dirty="0">
              <a:latin typeface="Times New Roman"/>
              <a:cs typeface="Times New Roman"/>
            </a:endParaRPr>
          </a:p>
          <a:p>
            <a:pPr algn="just">
              <a:buFont typeface="Arial"/>
              <a:buChar char="•"/>
            </a:pPr>
            <a:r>
              <a:rPr lang="en-US">
                <a:latin typeface="Times New Roman"/>
                <a:cs typeface="Times New Roman"/>
              </a:rPr>
              <a:t>Plus d'organisation dans le travail du vendeur.</a:t>
            </a:r>
            <a:endParaRPr lang="en-US"/>
          </a:p>
          <a:p>
            <a:pPr algn="just">
              <a:buFont typeface="Arial"/>
              <a:buChar char="•"/>
            </a:pPr>
            <a:endParaRPr lang="en-US" dirty="0">
              <a:latin typeface="Times New Roman"/>
              <a:cs typeface="Times New Roman"/>
            </a:endParaRPr>
          </a:p>
          <a:p>
            <a:pPr algn="just">
              <a:buFont typeface="Arial"/>
              <a:buChar char="•"/>
            </a:pPr>
            <a:r>
              <a:rPr lang="en-US">
                <a:latin typeface="Times New Roman"/>
                <a:cs typeface="Times New Roman"/>
              </a:rPr>
              <a:t>Faciliter la recherche de l'information.</a:t>
            </a:r>
            <a:endParaRPr lang="en-US"/>
          </a:p>
          <a:p>
            <a:pPr algn="just">
              <a:buFont typeface="Arial"/>
              <a:buChar char="•"/>
            </a:pPr>
            <a:endParaRPr lang="en-US" dirty="0">
              <a:latin typeface="Times New Roman"/>
              <a:cs typeface="Times New Roman"/>
            </a:endParaRPr>
          </a:p>
          <a:p>
            <a:pPr algn="just">
              <a:buFont typeface="Arial"/>
              <a:buChar char="•"/>
            </a:pPr>
            <a:r>
              <a:rPr lang="en-US">
                <a:latin typeface="Times New Roman"/>
                <a:cs typeface="Times New Roman"/>
              </a:rPr>
              <a:t>Gain de temps dans les calculs des statistiques.</a:t>
            </a:r>
            <a:endParaRPr lang="en-US"/>
          </a:p>
          <a:p>
            <a:pPr marL="285750" indent="-285750" algn="just">
              <a:buFont typeface="Arial"/>
              <a:buChar char="•"/>
            </a:pPr>
            <a:endParaRPr lang="en-US" dirty="0">
              <a:latin typeface="Times New Roman"/>
              <a:cs typeface="Times New Roman"/>
            </a:endParaRPr>
          </a:p>
          <a:p>
            <a:pPr>
              <a:spcBef>
                <a:spcPct val="20000"/>
              </a:spcBef>
              <a:spcAft>
                <a:spcPts val="600"/>
              </a:spcAft>
            </a:pPr>
            <a:endParaRPr lang="en-US" dirty="0">
              <a:ea typeface="+mn-lt"/>
              <a:cs typeface="+mn-lt"/>
            </a:endParaRPr>
          </a:p>
        </p:txBody>
      </p:sp>
    </p:spTree>
    <p:extLst>
      <p:ext uri="{BB962C8B-B14F-4D97-AF65-F5344CB8AC3E}">
        <p14:creationId xmlns:p14="http://schemas.microsoft.com/office/powerpoint/2010/main" val="1671997536"/>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59A422-0023-4292-8200-E080556F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334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2413CA5-4739-4BC9-8BB3-B0A4928D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74A6ABC-B9DC-4E49-859F-2768AE508F53}"/>
              </a:ext>
            </a:extLst>
          </p:cNvPr>
          <p:cNvSpPr txBox="1">
            <a:spLocks/>
          </p:cNvSpPr>
          <p:nvPr/>
        </p:nvSpPr>
        <p:spPr>
          <a:xfrm>
            <a:off x="2295692" y="835106"/>
            <a:ext cx="7657777" cy="701514"/>
          </a:xfrm>
          <a:prstGeom prst="rect">
            <a:avLst/>
          </a:prstGeom>
        </p:spPr>
        <p:txBody>
          <a:bodyPr vert="horz" lIns="91440" tIns="45720" rIns="91440" bIns="45720" rtlCol="0" anchor="ctr">
            <a:normAutofit fontScale="92500"/>
          </a:bodyPr>
          <a:lstStyle>
            <a:lvl1pPr algn="l" defTabSz="457200" rtl="0" eaLnBrk="1" latinLnBrk="0" hangingPunct="1">
              <a:lnSpc>
                <a:spcPct val="90000"/>
              </a:lnSpc>
              <a:spcBef>
                <a:spcPct val="0"/>
              </a:spcBef>
              <a:buNone/>
              <a:defRPr sz="27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800" dirty="0" err="1">
                <a:ea typeface="+mj-lt"/>
                <a:cs typeface="+mj-lt"/>
              </a:rPr>
              <a:t>choix</a:t>
            </a:r>
            <a:r>
              <a:rPr lang="en-US" sz="2800" dirty="0">
                <a:ea typeface="+mj-lt"/>
                <a:cs typeface="+mj-lt"/>
              </a:rPr>
              <a:t> </a:t>
            </a:r>
            <a:r>
              <a:rPr lang="en-US" sz="2800" dirty="0" err="1">
                <a:ea typeface="+mj-lt"/>
                <a:cs typeface="+mj-lt"/>
              </a:rPr>
              <a:t>technologique</a:t>
            </a:r>
            <a:r>
              <a:rPr lang="en-US" sz="2800" dirty="0">
                <a:ea typeface="+mj-lt"/>
                <a:cs typeface="+mj-lt"/>
              </a:rPr>
              <a:t> et Environnement</a:t>
            </a:r>
            <a:endParaRPr lang="en-US" dirty="0" err="1"/>
          </a:p>
        </p:txBody>
      </p:sp>
      <p:pic>
        <p:nvPicPr>
          <p:cNvPr id="11" name="Picture 11" descr="A picture containing icon&#10;&#10;Description automatically generated">
            <a:extLst>
              <a:ext uri="{FF2B5EF4-FFF2-40B4-BE49-F238E27FC236}">
                <a16:creationId xmlns:a16="http://schemas.microsoft.com/office/drawing/2014/main" id="{2FA8D676-C769-42DA-8CDD-D002102AE9E7}"/>
              </a:ext>
            </a:extLst>
          </p:cNvPr>
          <p:cNvPicPr>
            <a:picLocks noChangeAspect="1"/>
          </p:cNvPicPr>
          <p:nvPr/>
        </p:nvPicPr>
        <p:blipFill>
          <a:blip r:embed="rId2"/>
          <a:stretch>
            <a:fillRect/>
          </a:stretch>
        </p:blipFill>
        <p:spPr>
          <a:xfrm>
            <a:off x="962025" y="1711772"/>
            <a:ext cx="1257300" cy="1272281"/>
          </a:xfrm>
          <a:prstGeom prst="rect">
            <a:avLst/>
          </a:prstGeom>
        </p:spPr>
      </p:pic>
      <p:pic>
        <p:nvPicPr>
          <p:cNvPr id="12" name="Picture 12" descr="A picture containing logo&#10;&#10;Description automatically generated">
            <a:extLst>
              <a:ext uri="{FF2B5EF4-FFF2-40B4-BE49-F238E27FC236}">
                <a16:creationId xmlns:a16="http://schemas.microsoft.com/office/drawing/2014/main" id="{D87C45D4-0096-41B2-A3BC-6912EFE77631}"/>
              </a:ext>
            </a:extLst>
          </p:cNvPr>
          <p:cNvPicPr>
            <a:picLocks noChangeAspect="1"/>
          </p:cNvPicPr>
          <p:nvPr/>
        </p:nvPicPr>
        <p:blipFill>
          <a:blip r:embed="rId3"/>
          <a:stretch>
            <a:fillRect/>
          </a:stretch>
        </p:blipFill>
        <p:spPr>
          <a:xfrm>
            <a:off x="2700338" y="1824038"/>
            <a:ext cx="1152525" cy="1114425"/>
          </a:xfrm>
          <a:prstGeom prst="rect">
            <a:avLst/>
          </a:prstGeom>
        </p:spPr>
      </p:pic>
      <p:pic>
        <p:nvPicPr>
          <p:cNvPr id="13" name="Picture 13" descr="Icon&#10;&#10;Description automatically generated">
            <a:extLst>
              <a:ext uri="{FF2B5EF4-FFF2-40B4-BE49-F238E27FC236}">
                <a16:creationId xmlns:a16="http://schemas.microsoft.com/office/drawing/2014/main" id="{D85A0DA9-AB2F-4633-8AAC-23342053634A}"/>
              </a:ext>
            </a:extLst>
          </p:cNvPr>
          <p:cNvPicPr>
            <a:picLocks noChangeAspect="1"/>
          </p:cNvPicPr>
          <p:nvPr/>
        </p:nvPicPr>
        <p:blipFill>
          <a:blip r:embed="rId4"/>
          <a:stretch>
            <a:fillRect/>
          </a:stretch>
        </p:blipFill>
        <p:spPr>
          <a:xfrm>
            <a:off x="5295900" y="1629370"/>
            <a:ext cx="1781175" cy="1494234"/>
          </a:xfrm>
          <a:prstGeom prst="rect">
            <a:avLst/>
          </a:prstGeom>
        </p:spPr>
      </p:pic>
      <p:pic>
        <p:nvPicPr>
          <p:cNvPr id="14" name="Picture 14" descr="Logo&#10;&#10;Description automatically generated">
            <a:extLst>
              <a:ext uri="{FF2B5EF4-FFF2-40B4-BE49-F238E27FC236}">
                <a16:creationId xmlns:a16="http://schemas.microsoft.com/office/drawing/2014/main" id="{A92C83BC-ECC6-47F3-B3C2-2EA34EA49C23}"/>
              </a:ext>
            </a:extLst>
          </p:cNvPr>
          <p:cNvPicPr>
            <a:picLocks noChangeAspect="1"/>
          </p:cNvPicPr>
          <p:nvPr/>
        </p:nvPicPr>
        <p:blipFill>
          <a:blip r:embed="rId5"/>
          <a:stretch>
            <a:fillRect/>
          </a:stretch>
        </p:blipFill>
        <p:spPr>
          <a:xfrm>
            <a:off x="7791450" y="1722882"/>
            <a:ext cx="2743200" cy="1316736"/>
          </a:xfrm>
          <a:prstGeom prst="rect">
            <a:avLst/>
          </a:prstGeom>
        </p:spPr>
      </p:pic>
      <p:pic>
        <p:nvPicPr>
          <p:cNvPr id="15" name="Picture 15" descr="Logo&#10;&#10;Description automatically generated">
            <a:extLst>
              <a:ext uri="{FF2B5EF4-FFF2-40B4-BE49-F238E27FC236}">
                <a16:creationId xmlns:a16="http://schemas.microsoft.com/office/drawing/2014/main" id="{80C64F79-9EFB-4686-BDF8-3FB1A20F43BE}"/>
              </a:ext>
            </a:extLst>
          </p:cNvPr>
          <p:cNvPicPr>
            <a:picLocks noChangeAspect="1"/>
          </p:cNvPicPr>
          <p:nvPr/>
        </p:nvPicPr>
        <p:blipFill>
          <a:blip r:embed="rId6"/>
          <a:stretch>
            <a:fillRect/>
          </a:stretch>
        </p:blipFill>
        <p:spPr>
          <a:xfrm>
            <a:off x="4857750" y="3795522"/>
            <a:ext cx="2743200" cy="1419606"/>
          </a:xfrm>
          <a:prstGeom prst="rect">
            <a:avLst/>
          </a:prstGeom>
        </p:spPr>
      </p:pic>
    </p:spTree>
    <p:extLst>
      <p:ext uri="{BB962C8B-B14F-4D97-AF65-F5344CB8AC3E}">
        <p14:creationId xmlns:p14="http://schemas.microsoft.com/office/powerpoint/2010/main" val="3693604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7DDC3-22A6-43D6-819C-87B47531EBA8}"/>
              </a:ext>
            </a:extLst>
          </p:cNvPr>
          <p:cNvSpPr>
            <a:spLocks noGrp="1"/>
          </p:cNvSpPr>
          <p:nvPr>
            <p:ph type="ctrTitle"/>
          </p:nvPr>
        </p:nvSpPr>
        <p:spPr/>
        <p:txBody>
          <a:bodyPr/>
          <a:lstStyle/>
          <a:p>
            <a:r>
              <a:rPr lang="en-US">
                <a:ea typeface="+mj-lt"/>
                <a:cs typeface="+mj-lt"/>
              </a:rPr>
              <a:t>Conception et Modélisation</a:t>
            </a:r>
            <a:endParaRPr lang="en-US"/>
          </a:p>
        </p:txBody>
      </p:sp>
    </p:spTree>
    <p:extLst>
      <p:ext uri="{BB962C8B-B14F-4D97-AF65-F5344CB8AC3E}">
        <p14:creationId xmlns:p14="http://schemas.microsoft.com/office/powerpoint/2010/main" val="32178898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87D26DA-9773-4A0E-B213-DDF20A1F1F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descr="Diagram&#10;&#10;Description automatically generated">
            <a:extLst>
              <a:ext uri="{FF2B5EF4-FFF2-40B4-BE49-F238E27FC236}">
                <a16:creationId xmlns:a16="http://schemas.microsoft.com/office/drawing/2014/main" id="{22A39998-0D8F-46A8-AD5E-CFD1A8A6183B}"/>
              </a:ext>
            </a:extLst>
          </p:cNvPr>
          <p:cNvPicPr>
            <a:picLocks noChangeAspect="1"/>
          </p:cNvPicPr>
          <p:nvPr/>
        </p:nvPicPr>
        <p:blipFill>
          <a:blip r:embed="rId2"/>
          <a:stretch>
            <a:fillRect/>
          </a:stretch>
        </p:blipFill>
        <p:spPr>
          <a:xfrm>
            <a:off x="-3710" y="1771"/>
            <a:ext cx="12157667" cy="6729197"/>
          </a:xfrm>
          <a:prstGeom prst="rect">
            <a:avLst/>
          </a:prstGeom>
        </p:spPr>
      </p:pic>
    </p:spTree>
    <p:extLst>
      <p:ext uri="{BB962C8B-B14F-4D97-AF65-F5344CB8AC3E}">
        <p14:creationId xmlns:p14="http://schemas.microsoft.com/office/powerpoint/2010/main" val="3046516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87D26DA-9773-4A0E-B213-DDF20A1F1F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Diagram, schematic&#10;&#10;Description automatically generated">
            <a:extLst>
              <a:ext uri="{FF2B5EF4-FFF2-40B4-BE49-F238E27FC236}">
                <a16:creationId xmlns:a16="http://schemas.microsoft.com/office/drawing/2014/main" id="{9A5C911A-942E-4E8C-8F19-1A81A0609EFC}"/>
              </a:ext>
            </a:extLst>
          </p:cNvPr>
          <p:cNvPicPr>
            <a:picLocks noChangeAspect="1"/>
          </p:cNvPicPr>
          <p:nvPr/>
        </p:nvPicPr>
        <p:blipFill>
          <a:blip r:embed="rId2"/>
          <a:stretch>
            <a:fillRect/>
          </a:stretch>
        </p:blipFill>
        <p:spPr>
          <a:xfrm>
            <a:off x="3777043" y="643466"/>
            <a:ext cx="4637913" cy="5571067"/>
          </a:xfrm>
          <a:prstGeom prst="rect">
            <a:avLst/>
          </a:prstGeom>
        </p:spPr>
      </p:pic>
    </p:spTree>
    <p:extLst>
      <p:ext uri="{BB962C8B-B14F-4D97-AF65-F5344CB8AC3E}">
        <p14:creationId xmlns:p14="http://schemas.microsoft.com/office/powerpoint/2010/main" val="1242613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87D26DA-9773-4A0E-B213-DDF20A1F1F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Diagram&#10;&#10;Description automatically generated">
            <a:extLst>
              <a:ext uri="{FF2B5EF4-FFF2-40B4-BE49-F238E27FC236}">
                <a16:creationId xmlns:a16="http://schemas.microsoft.com/office/drawing/2014/main" id="{8DB73A1F-2ABF-4688-A332-403F4629F1E2}"/>
              </a:ext>
            </a:extLst>
          </p:cNvPr>
          <p:cNvPicPr>
            <a:picLocks noChangeAspect="1"/>
          </p:cNvPicPr>
          <p:nvPr/>
        </p:nvPicPr>
        <p:blipFill>
          <a:blip r:embed="rId2"/>
          <a:stretch>
            <a:fillRect/>
          </a:stretch>
        </p:blipFill>
        <p:spPr>
          <a:xfrm>
            <a:off x="3662458" y="-3712"/>
            <a:ext cx="4898398" cy="6865423"/>
          </a:xfrm>
          <a:prstGeom prst="rect">
            <a:avLst/>
          </a:prstGeom>
        </p:spPr>
      </p:pic>
    </p:spTree>
    <p:extLst>
      <p:ext uri="{BB962C8B-B14F-4D97-AF65-F5344CB8AC3E}">
        <p14:creationId xmlns:p14="http://schemas.microsoft.com/office/powerpoint/2010/main" val="38330497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7DDC3-22A6-43D6-819C-87B47531EBA8}"/>
              </a:ext>
            </a:extLst>
          </p:cNvPr>
          <p:cNvSpPr>
            <a:spLocks noGrp="1"/>
          </p:cNvSpPr>
          <p:nvPr>
            <p:ph type="ctrTitle"/>
          </p:nvPr>
        </p:nvSpPr>
        <p:spPr/>
        <p:txBody>
          <a:bodyPr/>
          <a:lstStyle/>
          <a:p>
            <a:pPr marL="285750" indent="-285750">
              <a:lnSpc>
                <a:spcPct val="100000"/>
              </a:lnSpc>
              <a:spcBef>
                <a:spcPts val="0"/>
              </a:spcBef>
              <a:buFont typeface="Arial"/>
              <a:buChar char="•"/>
            </a:pPr>
            <a:r>
              <a:rPr lang="en-US">
                <a:ea typeface="+mj-lt"/>
                <a:cs typeface="+mj-lt"/>
              </a:rPr>
              <a:t>Présentation du Solution</a:t>
            </a:r>
          </a:p>
          <a:p>
            <a:endParaRPr lang="en-US" dirty="0"/>
          </a:p>
        </p:txBody>
      </p:sp>
    </p:spTree>
    <p:extLst>
      <p:ext uri="{BB962C8B-B14F-4D97-AF65-F5344CB8AC3E}">
        <p14:creationId xmlns:p14="http://schemas.microsoft.com/office/powerpoint/2010/main" val="33057519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Rectangle 28">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30">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32">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34">
            <a:extLst>
              <a:ext uri="{FF2B5EF4-FFF2-40B4-BE49-F238E27FC236}">
                <a16:creationId xmlns:a16="http://schemas.microsoft.com/office/drawing/2014/main" id="{F92989FB-1024-49B7-BDF1-B3CE27D486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just"/>
            <a:endParaRPr lang="en-US"/>
          </a:p>
        </p:txBody>
      </p:sp>
      <p:sp>
        <p:nvSpPr>
          <p:cNvPr id="6" name="Title 1">
            <a:extLst>
              <a:ext uri="{FF2B5EF4-FFF2-40B4-BE49-F238E27FC236}">
                <a16:creationId xmlns:a16="http://schemas.microsoft.com/office/drawing/2014/main" id="{59E5980D-2C21-4B32-942F-EFDEF0C51349}"/>
              </a:ext>
            </a:extLst>
          </p:cNvPr>
          <p:cNvSpPr>
            <a:spLocks noGrp="1"/>
          </p:cNvSpPr>
          <p:nvPr>
            <p:ph type="ctrTitle"/>
          </p:nvPr>
        </p:nvSpPr>
        <p:spPr>
          <a:xfrm>
            <a:off x="163658" y="1073231"/>
            <a:ext cx="4137702" cy="4711539"/>
          </a:xfrm>
        </p:spPr>
        <p:txBody>
          <a:bodyPr vert="horz" lIns="91440" tIns="45720" rIns="91440" bIns="45720" rtlCol="0" anchor="ctr">
            <a:normAutofit/>
          </a:bodyPr>
          <a:lstStyle/>
          <a:p>
            <a:pPr marL="285750" indent="-285750">
              <a:lnSpc>
                <a:spcPct val="100000"/>
              </a:lnSpc>
              <a:spcBef>
                <a:spcPts val="0"/>
              </a:spcBef>
              <a:buFont typeface="Arial"/>
              <a:buChar char="•"/>
            </a:pPr>
            <a:r>
              <a:rPr lang="en-US" sz="2400">
                <a:solidFill>
                  <a:schemeClr val="bg1"/>
                </a:solidFill>
                <a:ea typeface="+mj-lt"/>
                <a:cs typeface="+mj-lt"/>
              </a:rPr>
              <a:t>Conclusion et Perspectives </a:t>
            </a:r>
          </a:p>
          <a:p>
            <a:endParaRPr lang="en-US" sz="2400" b="1" dirty="0">
              <a:solidFill>
                <a:schemeClr val="bg1"/>
              </a:solidFill>
              <a:latin typeface="Times New Roman"/>
              <a:cs typeface="Times New Roman"/>
            </a:endParaRPr>
          </a:p>
          <a:p>
            <a:endParaRPr lang="en-US" sz="2800" dirty="0">
              <a:solidFill>
                <a:schemeClr val="bg1"/>
              </a:solidFill>
            </a:endParaRPr>
          </a:p>
        </p:txBody>
      </p:sp>
      <p:sp>
        <p:nvSpPr>
          <p:cNvPr id="32" name="Rectangle 36">
            <a:extLst>
              <a:ext uri="{FF2B5EF4-FFF2-40B4-BE49-F238E27FC236}">
                <a16:creationId xmlns:a16="http://schemas.microsoft.com/office/drawing/2014/main" id="{DFEE959E-BF10-4204-9556-D1707088D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34" name="Rectangle 38">
            <a:extLst>
              <a:ext uri="{FF2B5EF4-FFF2-40B4-BE49-F238E27FC236}">
                <a16:creationId xmlns:a16="http://schemas.microsoft.com/office/drawing/2014/main" id="{DDD17B6A-CB37-4005-9681-A20AFCDC78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36" name="Rectangle 40">
            <a:extLst>
              <a:ext uri="{FF2B5EF4-FFF2-40B4-BE49-F238E27FC236}">
                <a16:creationId xmlns:a16="http://schemas.microsoft.com/office/drawing/2014/main" id="{3B7BBDE9-DAED-40B0-A640-503C918D1C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38" name="Rectangle 42">
            <a:extLst>
              <a:ext uri="{FF2B5EF4-FFF2-40B4-BE49-F238E27FC236}">
                <a16:creationId xmlns:a16="http://schemas.microsoft.com/office/drawing/2014/main" id="{7BC7EA7B-802E-41F4-8926-C4475287A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6851" y="601200"/>
            <a:ext cx="7498616" cy="579959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5" name="TextBox 4">
            <a:extLst>
              <a:ext uri="{FF2B5EF4-FFF2-40B4-BE49-F238E27FC236}">
                <a16:creationId xmlns:a16="http://schemas.microsoft.com/office/drawing/2014/main" id="{1CA5DB90-6C7C-498D-898B-DC546AC32030}"/>
              </a:ext>
            </a:extLst>
          </p:cNvPr>
          <p:cNvSpPr txBox="1"/>
          <p:nvPr/>
        </p:nvSpPr>
        <p:spPr>
          <a:xfrm>
            <a:off x="4702629" y="1073231"/>
            <a:ext cx="6541841" cy="4711539"/>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gn="just">
              <a:buFont typeface="Arial"/>
              <a:buChar char="•"/>
            </a:pPr>
            <a:r>
              <a:rPr lang="en-US">
                <a:ea typeface="+mn-lt"/>
                <a:cs typeface="+mn-lt"/>
              </a:rPr>
              <a:t>Le payement en ligne.</a:t>
            </a:r>
          </a:p>
          <a:p>
            <a:pPr algn="just"/>
            <a:endParaRPr lang="en-US" dirty="0">
              <a:ea typeface="+mn-lt"/>
              <a:cs typeface="+mn-lt"/>
            </a:endParaRPr>
          </a:p>
          <a:p>
            <a:pPr algn="just">
              <a:buFont typeface="Arial"/>
              <a:buChar char="•"/>
            </a:pPr>
            <a:r>
              <a:rPr lang="en-US">
                <a:ea typeface="+mn-lt"/>
                <a:cs typeface="+mn-lt"/>
              </a:rPr>
              <a:t>Choix du mode de livraison.</a:t>
            </a:r>
            <a:endParaRPr lang="en-US" dirty="0">
              <a:ea typeface="+mn-lt"/>
              <a:cs typeface="+mn-lt"/>
            </a:endParaRPr>
          </a:p>
          <a:p>
            <a:pPr algn="just">
              <a:buFont typeface="Arial"/>
              <a:buChar char="•"/>
            </a:pPr>
            <a:endParaRPr lang="en-US" dirty="0">
              <a:latin typeface="Times New Roman"/>
              <a:ea typeface="+mn-lt"/>
              <a:cs typeface="Times New Roman"/>
            </a:endParaRPr>
          </a:p>
          <a:p>
            <a:pPr algn="just">
              <a:buFont typeface="Arial"/>
              <a:buChar char="•"/>
            </a:pPr>
            <a:r>
              <a:rPr lang="en-US">
                <a:ea typeface="+mn-lt"/>
                <a:cs typeface="+mn-lt"/>
              </a:rPr>
              <a:t>Confirmation de l’opération d’achat et la réception de la facture.</a:t>
            </a:r>
            <a:endParaRPr lang="en-US">
              <a:latin typeface="Times New Roman"/>
              <a:ea typeface="+mn-lt"/>
              <a:cs typeface="Times New Roman"/>
            </a:endParaRPr>
          </a:p>
          <a:p>
            <a:pPr algn="just">
              <a:buFont typeface="Arial"/>
              <a:buChar char="•"/>
            </a:pPr>
            <a:endParaRPr lang="en-US" dirty="0">
              <a:latin typeface="Times New Roman"/>
              <a:ea typeface="+mn-lt"/>
              <a:cs typeface="Times New Roman"/>
            </a:endParaRPr>
          </a:p>
          <a:p>
            <a:pPr algn="just">
              <a:buFont typeface="Arial"/>
              <a:buChar char="•"/>
            </a:pPr>
            <a:r>
              <a:rPr lang="en-US">
                <a:ea typeface="+mn-lt"/>
                <a:cs typeface="+mn-lt"/>
              </a:rPr>
              <a:t>ajouter plusieur vendeur comme le marketplace</a:t>
            </a:r>
            <a:r>
              <a:rPr lang="en-US">
                <a:latin typeface="Times New Roman"/>
                <a:ea typeface="+mn-lt"/>
                <a:cs typeface="Times New Roman"/>
              </a:rPr>
              <a:t>.</a:t>
            </a:r>
            <a:endParaRPr lang="en-US">
              <a:latin typeface="Times New Roman"/>
              <a:cs typeface="Times New Roman"/>
            </a:endParaRPr>
          </a:p>
          <a:p>
            <a:pPr marL="285750" indent="-285750" algn="just">
              <a:buFont typeface="Arial"/>
              <a:buChar char="•"/>
            </a:pPr>
            <a:endParaRPr lang="en-US" dirty="0">
              <a:latin typeface="Times New Roman"/>
              <a:cs typeface="Times New Roman"/>
            </a:endParaRPr>
          </a:p>
          <a:p>
            <a:pPr>
              <a:spcBef>
                <a:spcPct val="20000"/>
              </a:spcBef>
              <a:spcAft>
                <a:spcPts val="600"/>
              </a:spcAft>
            </a:pPr>
            <a:endParaRPr lang="en-US" dirty="0">
              <a:ea typeface="+mn-lt"/>
              <a:cs typeface="+mn-lt"/>
            </a:endParaRPr>
          </a:p>
        </p:txBody>
      </p:sp>
    </p:spTree>
    <p:extLst>
      <p:ext uri="{BB962C8B-B14F-4D97-AF65-F5344CB8AC3E}">
        <p14:creationId xmlns:p14="http://schemas.microsoft.com/office/powerpoint/2010/main" val="1136821256"/>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DividendVTI">
  <a:themeElements>
    <a:clrScheme name="DividendVTI">
      <a:dk1>
        <a:sysClr val="windowText" lastClr="000000"/>
      </a:dk1>
      <a:lt1>
        <a:sysClr val="window" lastClr="FFFFFF"/>
      </a:lt1>
      <a:dk2>
        <a:srgbClr val="3D3D3D"/>
      </a:dk2>
      <a:lt2>
        <a:srgbClr val="EBEBEB"/>
      </a:lt2>
      <a:accent1>
        <a:srgbClr val="ED8428"/>
      </a:accent1>
      <a:accent2>
        <a:srgbClr val="E6C46D"/>
      </a:accent2>
      <a:accent3>
        <a:srgbClr val="537685"/>
      </a:accent3>
      <a:accent4>
        <a:srgbClr val="969FA7"/>
      </a:accent4>
      <a:accent5>
        <a:srgbClr val="A9C37C"/>
      </a:accent5>
      <a:accent6>
        <a:srgbClr val="5A8071"/>
      </a:accent6>
      <a:hlink>
        <a:srgbClr val="828282"/>
      </a:hlink>
      <a:folHlink>
        <a:srgbClr val="A5A5A5"/>
      </a:folHlink>
    </a:clrScheme>
    <a:fontScheme name="Dividend">
      <a:majorFont>
        <a:latin typeface="Avenir Next LT Pro"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docProps/app.xml><?xml version="1.0" encoding="utf-8"?>
<Properties xmlns="http://schemas.openxmlformats.org/officeDocument/2006/extended-properties" xmlns:vt="http://schemas.openxmlformats.org/officeDocument/2006/docPropsVTypes">
  <Template>Ion</Template>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DividendVTI</vt:lpstr>
      <vt:lpstr> Projet fil rouge  PLATFORM ECOMMERCE  Myecom</vt:lpstr>
      <vt:lpstr>SOMMAIRE</vt:lpstr>
      <vt:lpstr>Problématique</vt:lpstr>
      <vt:lpstr>Solution proposée </vt:lpstr>
      <vt:lpstr>PowerPoint Presentation</vt:lpstr>
      <vt:lpstr>Conception et Modélisation</vt:lpstr>
      <vt:lpstr>PowerPoint Presentation</vt:lpstr>
      <vt:lpstr>PowerPoint Presentation</vt:lpstr>
      <vt:lpstr>PowerPoint Presentation</vt:lpstr>
      <vt:lpstr>Présentation du Solution </vt:lpstr>
      <vt:lpstr>Conclusion et Perspectives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dc:creator>
  <cp:revision>120</cp:revision>
  <dcterms:created xsi:type="dcterms:W3CDTF">2014-09-12T17:24:29Z</dcterms:created>
  <dcterms:modified xsi:type="dcterms:W3CDTF">2021-08-17T09:18:39Z</dcterms:modified>
</cp:coreProperties>
</file>